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Ruda Bold" charset="1" panose="02000000000000000000"/>
      <p:regular r:id="rId7"/>
    </p:embeddedFont>
    <p:embeddedFont>
      <p:font typeface="Proxima Nova Bold" charset="1" panose="02000506030000020004"/>
      <p:regular r:id="rId8"/>
    </p:embeddedFont>
    <p:embeddedFont>
      <p:font typeface="Proxima Nova" charset="1" panose="02000506030000020004"/>
      <p:regular r:id="rId9"/>
    </p:embeddedFont>
    <p:embeddedFont>
      <p:font typeface="Canva Sans Bold Italics" charset="1" panose="020B0803030501040103"/>
      <p:regular r:id="rId10"/>
    </p:embeddedFont>
    <p:embeddedFont>
      <p:font typeface="Arimo" charset="1" panose="020B06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www.linkedin.com/in/sanjay-mathivanan-36386537b?utm_source=share_via&amp;utm_content=profile&amp;utm_medium=member_android" TargetMode="External" Type="http://schemas.openxmlformats.org/officeDocument/2006/relationships/hyperlink"/><Relationship Id="rId4" Target="https://github.com/Sanjaymathivanan45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501" y="8176812"/>
            <a:ext cx="6679540" cy="285855"/>
            <a:chOff x="0" y="0"/>
            <a:chExt cx="8906053" cy="381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06002" cy="381127"/>
            </a:xfrm>
            <a:custGeom>
              <a:avLst/>
              <a:gdLst/>
              <a:ahLst/>
              <a:cxnLst/>
              <a:rect r="r" b="b" t="t" l="l"/>
              <a:pathLst>
                <a:path h="381127" w="8906002">
                  <a:moveTo>
                    <a:pt x="0" y="0"/>
                  </a:moveTo>
                  <a:lnTo>
                    <a:pt x="8906002" y="0"/>
                  </a:lnTo>
                  <a:lnTo>
                    <a:pt x="8906002" y="381127"/>
                  </a:lnTo>
                  <a:lnTo>
                    <a:pt x="0" y="381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6516" y="9627765"/>
            <a:ext cx="6679540" cy="285855"/>
            <a:chOff x="0" y="0"/>
            <a:chExt cx="8906053" cy="381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06002" cy="381127"/>
            </a:xfrm>
            <a:custGeom>
              <a:avLst/>
              <a:gdLst/>
              <a:ahLst/>
              <a:cxnLst/>
              <a:rect r="r" b="b" t="t" l="l"/>
              <a:pathLst>
                <a:path h="381127" w="8906002">
                  <a:moveTo>
                    <a:pt x="0" y="0"/>
                  </a:moveTo>
                  <a:lnTo>
                    <a:pt x="8906002" y="0"/>
                  </a:lnTo>
                  <a:lnTo>
                    <a:pt x="8906002" y="381127"/>
                  </a:lnTo>
                  <a:lnTo>
                    <a:pt x="0" y="381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7501" y="6583079"/>
            <a:ext cx="6679540" cy="274216"/>
            <a:chOff x="0" y="0"/>
            <a:chExt cx="8906053" cy="3656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06002" cy="365609"/>
            </a:xfrm>
            <a:custGeom>
              <a:avLst/>
              <a:gdLst/>
              <a:ahLst/>
              <a:cxnLst/>
              <a:rect r="r" b="b" t="t" l="l"/>
              <a:pathLst>
                <a:path h="365609" w="8906002">
                  <a:moveTo>
                    <a:pt x="0" y="0"/>
                  </a:moveTo>
                  <a:lnTo>
                    <a:pt x="8906002" y="0"/>
                  </a:lnTo>
                  <a:lnTo>
                    <a:pt x="8906002" y="365609"/>
                  </a:lnTo>
                  <a:lnTo>
                    <a:pt x="0" y="365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22" r="0" b="-21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3358" y="2132047"/>
            <a:ext cx="6679540" cy="285855"/>
            <a:chOff x="0" y="0"/>
            <a:chExt cx="8906053" cy="381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06002" cy="381127"/>
            </a:xfrm>
            <a:custGeom>
              <a:avLst/>
              <a:gdLst/>
              <a:ahLst/>
              <a:cxnLst/>
              <a:rect r="r" b="b" t="t" l="l"/>
              <a:pathLst>
                <a:path h="381127" w="8906002">
                  <a:moveTo>
                    <a:pt x="0" y="0"/>
                  </a:moveTo>
                  <a:lnTo>
                    <a:pt x="8906002" y="0"/>
                  </a:lnTo>
                  <a:lnTo>
                    <a:pt x="8906002" y="381127"/>
                  </a:lnTo>
                  <a:lnTo>
                    <a:pt x="0" y="381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6633" y="3651253"/>
            <a:ext cx="6679540" cy="285855"/>
            <a:chOff x="0" y="0"/>
            <a:chExt cx="8906053" cy="38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06002" cy="381127"/>
            </a:xfrm>
            <a:custGeom>
              <a:avLst/>
              <a:gdLst/>
              <a:ahLst/>
              <a:cxnLst/>
              <a:rect r="r" b="b" t="t" l="l"/>
              <a:pathLst>
                <a:path h="381127" w="8906002">
                  <a:moveTo>
                    <a:pt x="0" y="0"/>
                  </a:moveTo>
                  <a:lnTo>
                    <a:pt x="8906002" y="0"/>
                  </a:lnTo>
                  <a:lnTo>
                    <a:pt x="8906002" y="381127"/>
                  </a:lnTo>
                  <a:lnTo>
                    <a:pt x="0" y="381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532" y="1275769"/>
            <a:ext cx="252212" cy="265338"/>
            <a:chOff x="0" y="0"/>
            <a:chExt cx="252209" cy="2653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4462" y="63533"/>
              <a:ext cx="122830" cy="122793"/>
            </a:xfrm>
            <a:custGeom>
              <a:avLst/>
              <a:gdLst/>
              <a:ahLst/>
              <a:cxnLst/>
              <a:rect r="r" b="b" t="t" l="l"/>
              <a:pathLst>
                <a:path h="122793" w="122830">
                  <a:moveTo>
                    <a:pt x="117655" y="90901"/>
                  </a:moveTo>
                  <a:lnTo>
                    <a:pt x="105336" y="78582"/>
                  </a:lnTo>
                  <a:cubicBezTo>
                    <a:pt x="98605" y="71851"/>
                    <a:pt x="87556" y="71851"/>
                    <a:pt x="80825" y="78582"/>
                  </a:cubicBezTo>
                  <a:cubicBezTo>
                    <a:pt x="78285" y="81122"/>
                    <a:pt x="76761" y="84170"/>
                    <a:pt x="76126" y="87472"/>
                  </a:cubicBezTo>
                  <a:cubicBezTo>
                    <a:pt x="55934" y="83662"/>
                    <a:pt x="36249" y="64104"/>
                    <a:pt x="34979" y="46578"/>
                  </a:cubicBezTo>
                  <a:cubicBezTo>
                    <a:pt x="38281" y="45943"/>
                    <a:pt x="41456" y="44419"/>
                    <a:pt x="43996" y="41752"/>
                  </a:cubicBezTo>
                  <a:cubicBezTo>
                    <a:pt x="50727" y="35020"/>
                    <a:pt x="50727" y="23971"/>
                    <a:pt x="43996" y="17240"/>
                  </a:cubicBezTo>
                  <a:lnTo>
                    <a:pt x="31931" y="5048"/>
                  </a:lnTo>
                  <a:cubicBezTo>
                    <a:pt x="25200" y="-1683"/>
                    <a:pt x="14151" y="-1683"/>
                    <a:pt x="7420" y="5048"/>
                  </a:cubicBezTo>
                  <a:cubicBezTo>
                    <a:pt x="-29410" y="41879"/>
                    <a:pt x="80952" y="152116"/>
                    <a:pt x="117782" y="115413"/>
                  </a:cubicBezTo>
                  <a:cubicBezTo>
                    <a:pt x="124513" y="108681"/>
                    <a:pt x="124513" y="97632"/>
                    <a:pt x="117782" y="90901"/>
                  </a:cubicBezTo>
                  <a:close/>
                </a:path>
              </a:pathLst>
            </a:custGeom>
            <a:solidFill>
              <a:srgbClr val="5D606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5787"/>
              <a:ext cx="125222" cy="136019"/>
            </a:xfrm>
            <a:custGeom>
              <a:avLst/>
              <a:gdLst/>
              <a:ahLst/>
              <a:cxnLst/>
              <a:rect r="r" b="b" t="t" l="l"/>
              <a:pathLst>
                <a:path h="136019" w="125222">
                  <a:moveTo>
                    <a:pt x="0" y="136019"/>
                  </a:moveTo>
                  <a:lnTo>
                    <a:pt x="125221" y="136019"/>
                  </a:lnTo>
                  <a:lnTo>
                    <a:pt x="1252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2945" y="10072945"/>
            <a:ext cx="47644" cy="47644"/>
            <a:chOff x="0" y="0"/>
            <a:chExt cx="47638" cy="476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747" cy="47747"/>
            </a:xfrm>
            <a:custGeom>
              <a:avLst/>
              <a:gdLst/>
              <a:ahLst/>
              <a:cxnLst/>
              <a:rect r="r" b="b" t="t" l="l"/>
              <a:pathLst>
                <a:path h="47747" w="47747">
                  <a:moveTo>
                    <a:pt x="47620" y="23873"/>
                  </a:moveTo>
                  <a:cubicBezTo>
                    <a:pt x="47620" y="27048"/>
                    <a:pt x="46985" y="30096"/>
                    <a:pt x="45842" y="33016"/>
                  </a:cubicBezTo>
                  <a:cubicBezTo>
                    <a:pt x="44699" y="35937"/>
                    <a:pt x="42921" y="38477"/>
                    <a:pt x="40636" y="40763"/>
                  </a:cubicBezTo>
                  <a:cubicBezTo>
                    <a:pt x="38350" y="43048"/>
                    <a:pt x="35810" y="44699"/>
                    <a:pt x="32889" y="45969"/>
                  </a:cubicBezTo>
                  <a:cubicBezTo>
                    <a:pt x="29969" y="47239"/>
                    <a:pt x="26921" y="47747"/>
                    <a:pt x="23746" y="47747"/>
                  </a:cubicBezTo>
                  <a:cubicBezTo>
                    <a:pt x="20572" y="47747"/>
                    <a:pt x="17524" y="47112"/>
                    <a:pt x="14603" y="45969"/>
                  </a:cubicBezTo>
                  <a:cubicBezTo>
                    <a:pt x="11683" y="44826"/>
                    <a:pt x="9270" y="42921"/>
                    <a:pt x="6984" y="40636"/>
                  </a:cubicBezTo>
                  <a:cubicBezTo>
                    <a:pt x="4698" y="38350"/>
                    <a:pt x="3048" y="35810"/>
                    <a:pt x="1778" y="32889"/>
                  </a:cubicBezTo>
                  <a:cubicBezTo>
                    <a:pt x="508" y="29969"/>
                    <a:pt x="0" y="26921"/>
                    <a:pt x="0" y="23873"/>
                  </a:cubicBezTo>
                  <a:cubicBezTo>
                    <a:pt x="0" y="20826"/>
                    <a:pt x="635" y="17651"/>
                    <a:pt x="1778" y="14730"/>
                  </a:cubicBezTo>
                  <a:cubicBezTo>
                    <a:pt x="2921" y="11810"/>
                    <a:pt x="4698" y="9270"/>
                    <a:pt x="6984" y="6984"/>
                  </a:cubicBezTo>
                  <a:cubicBezTo>
                    <a:pt x="9270" y="4698"/>
                    <a:pt x="11810" y="3048"/>
                    <a:pt x="14730" y="1778"/>
                  </a:cubicBezTo>
                  <a:cubicBezTo>
                    <a:pt x="17651" y="508"/>
                    <a:pt x="20699" y="0"/>
                    <a:pt x="23873" y="0"/>
                  </a:cubicBezTo>
                  <a:cubicBezTo>
                    <a:pt x="27048" y="0"/>
                    <a:pt x="30096" y="635"/>
                    <a:pt x="33016" y="1778"/>
                  </a:cubicBezTo>
                  <a:cubicBezTo>
                    <a:pt x="35937" y="2921"/>
                    <a:pt x="38477" y="4698"/>
                    <a:pt x="40763" y="6984"/>
                  </a:cubicBezTo>
                  <a:cubicBezTo>
                    <a:pt x="43048" y="9270"/>
                    <a:pt x="44699" y="11810"/>
                    <a:pt x="45969" y="14730"/>
                  </a:cubicBezTo>
                  <a:cubicBezTo>
                    <a:pt x="47239" y="17651"/>
                    <a:pt x="47747" y="20699"/>
                    <a:pt x="47747" y="2387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2945" y="10370248"/>
            <a:ext cx="47644" cy="47644"/>
            <a:chOff x="0" y="0"/>
            <a:chExt cx="47638" cy="476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747" cy="47747"/>
            </a:xfrm>
            <a:custGeom>
              <a:avLst/>
              <a:gdLst/>
              <a:ahLst/>
              <a:cxnLst/>
              <a:rect r="r" b="b" t="t" l="l"/>
              <a:pathLst>
                <a:path h="47747" w="47747">
                  <a:moveTo>
                    <a:pt x="47620" y="23873"/>
                  </a:moveTo>
                  <a:cubicBezTo>
                    <a:pt x="47620" y="27048"/>
                    <a:pt x="46985" y="30096"/>
                    <a:pt x="45842" y="33016"/>
                  </a:cubicBezTo>
                  <a:cubicBezTo>
                    <a:pt x="44699" y="35937"/>
                    <a:pt x="42921" y="38477"/>
                    <a:pt x="40636" y="40763"/>
                  </a:cubicBezTo>
                  <a:cubicBezTo>
                    <a:pt x="38350" y="43048"/>
                    <a:pt x="35810" y="44699"/>
                    <a:pt x="32889" y="45969"/>
                  </a:cubicBezTo>
                  <a:cubicBezTo>
                    <a:pt x="29969" y="47239"/>
                    <a:pt x="26921" y="47747"/>
                    <a:pt x="23746" y="47747"/>
                  </a:cubicBezTo>
                  <a:cubicBezTo>
                    <a:pt x="20572" y="47747"/>
                    <a:pt x="17524" y="47112"/>
                    <a:pt x="14603" y="45969"/>
                  </a:cubicBezTo>
                  <a:cubicBezTo>
                    <a:pt x="11683" y="44826"/>
                    <a:pt x="9270" y="42921"/>
                    <a:pt x="6984" y="40636"/>
                  </a:cubicBezTo>
                  <a:cubicBezTo>
                    <a:pt x="4698" y="38350"/>
                    <a:pt x="3048" y="35810"/>
                    <a:pt x="1778" y="32889"/>
                  </a:cubicBezTo>
                  <a:cubicBezTo>
                    <a:pt x="508" y="29969"/>
                    <a:pt x="0" y="26921"/>
                    <a:pt x="0" y="23873"/>
                  </a:cubicBezTo>
                  <a:cubicBezTo>
                    <a:pt x="0" y="20826"/>
                    <a:pt x="635" y="17651"/>
                    <a:pt x="1778" y="14730"/>
                  </a:cubicBezTo>
                  <a:cubicBezTo>
                    <a:pt x="2921" y="11810"/>
                    <a:pt x="4698" y="9270"/>
                    <a:pt x="6984" y="6984"/>
                  </a:cubicBezTo>
                  <a:cubicBezTo>
                    <a:pt x="9270" y="4698"/>
                    <a:pt x="11810" y="3048"/>
                    <a:pt x="14730" y="1778"/>
                  </a:cubicBezTo>
                  <a:cubicBezTo>
                    <a:pt x="17651" y="508"/>
                    <a:pt x="20699" y="0"/>
                    <a:pt x="23873" y="0"/>
                  </a:cubicBezTo>
                  <a:cubicBezTo>
                    <a:pt x="27048" y="0"/>
                    <a:pt x="30096" y="635"/>
                    <a:pt x="33016" y="1778"/>
                  </a:cubicBezTo>
                  <a:cubicBezTo>
                    <a:pt x="35937" y="2921"/>
                    <a:pt x="38477" y="4698"/>
                    <a:pt x="40763" y="6984"/>
                  </a:cubicBezTo>
                  <a:cubicBezTo>
                    <a:pt x="43048" y="9270"/>
                    <a:pt x="44699" y="11810"/>
                    <a:pt x="45969" y="14730"/>
                  </a:cubicBezTo>
                  <a:cubicBezTo>
                    <a:pt x="47239" y="17651"/>
                    <a:pt x="47747" y="20699"/>
                    <a:pt x="47747" y="23873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5897" y="8995877"/>
            <a:ext cx="39843" cy="39843"/>
            <a:chOff x="0" y="0"/>
            <a:chExt cx="39840" cy="39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873" cy="39873"/>
            </a:xfrm>
            <a:custGeom>
              <a:avLst/>
              <a:gdLst/>
              <a:ahLst/>
              <a:cxnLst/>
              <a:rect r="r" b="b" t="t" l="l"/>
              <a:pathLst>
                <a:path h="39873" w="39873">
                  <a:moveTo>
                    <a:pt x="39873" y="19937"/>
                  </a:moveTo>
                  <a:cubicBezTo>
                    <a:pt x="39873" y="22603"/>
                    <a:pt x="39365" y="25143"/>
                    <a:pt x="38349" y="27556"/>
                  </a:cubicBezTo>
                  <a:cubicBezTo>
                    <a:pt x="37333" y="29968"/>
                    <a:pt x="35936" y="32127"/>
                    <a:pt x="34032" y="34032"/>
                  </a:cubicBezTo>
                  <a:cubicBezTo>
                    <a:pt x="32127" y="35937"/>
                    <a:pt x="29968" y="37333"/>
                    <a:pt x="27556" y="38349"/>
                  </a:cubicBezTo>
                  <a:cubicBezTo>
                    <a:pt x="25143" y="39365"/>
                    <a:pt x="22603" y="39873"/>
                    <a:pt x="19936" y="39873"/>
                  </a:cubicBezTo>
                  <a:cubicBezTo>
                    <a:pt x="17270" y="39873"/>
                    <a:pt x="14730" y="39365"/>
                    <a:pt x="12317" y="38349"/>
                  </a:cubicBezTo>
                  <a:cubicBezTo>
                    <a:pt x="9905" y="37333"/>
                    <a:pt x="7746" y="35937"/>
                    <a:pt x="5841" y="34032"/>
                  </a:cubicBezTo>
                  <a:cubicBezTo>
                    <a:pt x="3937" y="32127"/>
                    <a:pt x="2540" y="29968"/>
                    <a:pt x="1524" y="27556"/>
                  </a:cubicBezTo>
                  <a:cubicBezTo>
                    <a:pt x="508" y="25143"/>
                    <a:pt x="0" y="22603"/>
                    <a:pt x="0" y="19937"/>
                  </a:cubicBezTo>
                  <a:cubicBezTo>
                    <a:pt x="0" y="17270"/>
                    <a:pt x="508" y="14730"/>
                    <a:pt x="1524" y="12317"/>
                  </a:cubicBezTo>
                  <a:cubicBezTo>
                    <a:pt x="2540" y="9905"/>
                    <a:pt x="3937" y="7746"/>
                    <a:pt x="5841" y="5841"/>
                  </a:cubicBezTo>
                  <a:cubicBezTo>
                    <a:pt x="7746" y="3937"/>
                    <a:pt x="9905" y="2540"/>
                    <a:pt x="12317" y="1524"/>
                  </a:cubicBezTo>
                  <a:cubicBezTo>
                    <a:pt x="14730" y="508"/>
                    <a:pt x="17270" y="0"/>
                    <a:pt x="19936" y="0"/>
                  </a:cubicBezTo>
                  <a:cubicBezTo>
                    <a:pt x="22603" y="0"/>
                    <a:pt x="25143" y="508"/>
                    <a:pt x="27556" y="1524"/>
                  </a:cubicBezTo>
                  <a:cubicBezTo>
                    <a:pt x="29968" y="2540"/>
                    <a:pt x="32127" y="3937"/>
                    <a:pt x="34032" y="5841"/>
                  </a:cubicBezTo>
                  <a:cubicBezTo>
                    <a:pt x="35936" y="7746"/>
                    <a:pt x="37333" y="9905"/>
                    <a:pt x="38349" y="12317"/>
                  </a:cubicBezTo>
                  <a:cubicBezTo>
                    <a:pt x="39365" y="14730"/>
                    <a:pt x="39873" y="17270"/>
                    <a:pt x="39873" y="19937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5897" y="9394327"/>
            <a:ext cx="39843" cy="39843"/>
            <a:chOff x="0" y="0"/>
            <a:chExt cx="39840" cy="39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873" cy="39873"/>
            </a:xfrm>
            <a:custGeom>
              <a:avLst/>
              <a:gdLst/>
              <a:ahLst/>
              <a:cxnLst/>
              <a:rect r="r" b="b" t="t" l="l"/>
              <a:pathLst>
                <a:path h="39873" w="39873">
                  <a:moveTo>
                    <a:pt x="39873" y="19936"/>
                  </a:moveTo>
                  <a:cubicBezTo>
                    <a:pt x="39873" y="22603"/>
                    <a:pt x="39365" y="25143"/>
                    <a:pt x="38349" y="27556"/>
                  </a:cubicBezTo>
                  <a:cubicBezTo>
                    <a:pt x="37333" y="29968"/>
                    <a:pt x="35936" y="32127"/>
                    <a:pt x="34032" y="34032"/>
                  </a:cubicBezTo>
                  <a:cubicBezTo>
                    <a:pt x="32127" y="35936"/>
                    <a:pt x="29968" y="37333"/>
                    <a:pt x="27556" y="38349"/>
                  </a:cubicBezTo>
                  <a:cubicBezTo>
                    <a:pt x="25143" y="39365"/>
                    <a:pt x="22603" y="39873"/>
                    <a:pt x="19936" y="39873"/>
                  </a:cubicBezTo>
                  <a:cubicBezTo>
                    <a:pt x="17270" y="39873"/>
                    <a:pt x="14730" y="39365"/>
                    <a:pt x="12317" y="38349"/>
                  </a:cubicBezTo>
                  <a:cubicBezTo>
                    <a:pt x="9905" y="37333"/>
                    <a:pt x="7746" y="35936"/>
                    <a:pt x="5841" y="34032"/>
                  </a:cubicBezTo>
                  <a:cubicBezTo>
                    <a:pt x="3937" y="32127"/>
                    <a:pt x="2540" y="29968"/>
                    <a:pt x="1524" y="27556"/>
                  </a:cubicBezTo>
                  <a:cubicBezTo>
                    <a:pt x="508" y="25143"/>
                    <a:pt x="0" y="22603"/>
                    <a:pt x="0" y="19936"/>
                  </a:cubicBezTo>
                  <a:cubicBezTo>
                    <a:pt x="0" y="17270"/>
                    <a:pt x="508" y="14730"/>
                    <a:pt x="1524" y="12317"/>
                  </a:cubicBezTo>
                  <a:cubicBezTo>
                    <a:pt x="2540" y="9905"/>
                    <a:pt x="3937" y="7746"/>
                    <a:pt x="5841" y="5841"/>
                  </a:cubicBezTo>
                  <a:cubicBezTo>
                    <a:pt x="7746" y="3937"/>
                    <a:pt x="9905" y="2540"/>
                    <a:pt x="12317" y="1524"/>
                  </a:cubicBezTo>
                  <a:cubicBezTo>
                    <a:pt x="14730" y="508"/>
                    <a:pt x="17270" y="0"/>
                    <a:pt x="19936" y="0"/>
                  </a:cubicBezTo>
                  <a:cubicBezTo>
                    <a:pt x="22603" y="0"/>
                    <a:pt x="25143" y="508"/>
                    <a:pt x="27556" y="1524"/>
                  </a:cubicBezTo>
                  <a:cubicBezTo>
                    <a:pt x="29968" y="2540"/>
                    <a:pt x="32127" y="3937"/>
                    <a:pt x="34032" y="5841"/>
                  </a:cubicBezTo>
                  <a:cubicBezTo>
                    <a:pt x="35936" y="7746"/>
                    <a:pt x="37333" y="9905"/>
                    <a:pt x="38349" y="12317"/>
                  </a:cubicBezTo>
                  <a:cubicBezTo>
                    <a:pt x="39365" y="14730"/>
                    <a:pt x="39873" y="17270"/>
                    <a:pt x="39873" y="19936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38306" y="1274188"/>
            <a:ext cx="264576" cy="229581"/>
            <a:chOff x="0" y="0"/>
            <a:chExt cx="264579" cy="2295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4136" y="70868"/>
              <a:ext cx="133479" cy="87759"/>
            </a:xfrm>
            <a:custGeom>
              <a:avLst/>
              <a:gdLst/>
              <a:ahLst/>
              <a:cxnLst/>
              <a:rect r="r" b="b" t="t" l="l"/>
              <a:pathLst>
                <a:path h="87759" w="133479">
                  <a:moveTo>
                    <a:pt x="508" y="0"/>
                  </a:moveTo>
                  <a:cubicBezTo>
                    <a:pt x="254" y="762"/>
                    <a:pt x="0" y="1524"/>
                    <a:pt x="0" y="2413"/>
                  </a:cubicBezTo>
                  <a:lnTo>
                    <a:pt x="0" y="81028"/>
                  </a:lnTo>
                  <a:cubicBezTo>
                    <a:pt x="0" y="83568"/>
                    <a:pt x="1016" y="85981"/>
                    <a:pt x="2667" y="87759"/>
                  </a:cubicBezTo>
                  <a:lnTo>
                    <a:pt x="133478" y="87759"/>
                  </a:lnTo>
                  <a:lnTo>
                    <a:pt x="133478" y="2032"/>
                  </a:lnTo>
                  <a:lnTo>
                    <a:pt x="71502" y="64010"/>
                  </a:lnTo>
                  <a:cubicBezTo>
                    <a:pt x="70613" y="64899"/>
                    <a:pt x="69343" y="65407"/>
                    <a:pt x="68072" y="65407"/>
                  </a:cubicBezTo>
                  <a:cubicBezTo>
                    <a:pt x="66802" y="65407"/>
                    <a:pt x="65532" y="64899"/>
                    <a:pt x="64643" y="64010"/>
                  </a:cubicBezTo>
                  <a:lnTo>
                    <a:pt x="508" y="0"/>
                  </a:lnTo>
                  <a:close/>
                </a:path>
              </a:pathLst>
            </a:custGeom>
            <a:solidFill>
              <a:srgbClr val="5D606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71629" y="63375"/>
              <a:ext cx="121413" cy="61089"/>
            </a:xfrm>
            <a:custGeom>
              <a:avLst/>
              <a:gdLst/>
              <a:ahLst/>
              <a:cxnLst/>
              <a:rect r="r" b="b" t="t" l="l"/>
              <a:pathLst>
                <a:path h="61089" w="121413">
                  <a:moveTo>
                    <a:pt x="60579" y="61088"/>
                  </a:moveTo>
                  <a:lnTo>
                    <a:pt x="121413" y="254"/>
                  </a:lnTo>
                  <a:cubicBezTo>
                    <a:pt x="121032" y="254"/>
                    <a:pt x="120778" y="0"/>
                    <a:pt x="120397" y="0"/>
                  </a:cubicBezTo>
                  <a:lnTo>
                    <a:pt x="2413" y="0"/>
                  </a:lnTo>
                  <a:cubicBezTo>
                    <a:pt x="1524" y="0"/>
                    <a:pt x="762" y="254"/>
                    <a:pt x="0" y="508"/>
                  </a:cubicBezTo>
                  <a:lnTo>
                    <a:pt x="60579" y="61088"/>
                  </a:lnTo>
                  <a:close/>
                </a:path>
              </a:pathLst>
            </a:custGeom>
            <a:solidFill>
              <a:srgbClr val="5D606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1" y="67439"/>
              <a:ext cx="137543" cy="98682"/>
            </a:xfrm>
            <a:custGeom>
              <a:avLst/>
              <a:gdLst/>
              <a:ahLst/>
              <a:cxnLst/>
              <a:rect r="r" b="b" t="t" l="l"/>
              <a:pathLst>
                <a:path h="98682" w="137543">
                  <a:moveTo>
                    <a:pt x="0" y="98681"/>
                  </a:moveTo>
                  <a:lnTo>
                    <a:pt x="137542" y="98681"/>
                  </a:lnTo>
                  <a:lnTo>
                    <a:pt x="1375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012547" y="1673695"/>
            <a:ext cx="232762" cy="293084"/>
            <a:chOff x="0" y="0"/>
            <a:chExt cx="232766" cy="2930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4263" y="63499"/>
              <a:ext cx="105158" cy="161796"/>
            </a:xfrm>
            <a:custGeom>
              <a:avLst/>
              <a:gdLst/>
              <a:ahLst/>
              <a:cxnLst/>
              <a:rect r="r" b="b" t="t" l="l"/>
              <a:pathLst>
                <a:path h="161796" w="105158">
                  <a:moveTo>
                    <a:pt x="52833" y="24511"/>
                  </a:moveTo>
                  <a:cubicBezTo>
                    <a:pt x="68327" y="24511"/>
                    <a:pt x="80774" y="37084"/>
                    <a:pt x="80774" y="52450"/>
                  </a:cubicBezTo>
                  <a:cubicBezTo>
                    <a:pt x="80774" y="67817"/>
                    <a:pt x="68200" y="80390"/>
                    <a:pt x="52833" y="80390"/>
                  </a:cubicBezTo>
                  <a:cubicBezTo>
                    <a:pt x="37466" y="80390"/>
                    <a:pt x="24893" y="67817"/>
                    <a:pt x="24893" y="52450"/>
                  </a:cubicBezTo>
                  <a:cubicBezTo>
                    <a:pt x="24893" y="37084"/>
                    <a:pt x="37466" y="24511"/>
                    <a:pt x="52833" y="24511"/>
                  </a:cubicBezTo>
                  <a:close/>
                  <a:moveTo>
                    <a:pt x="52833" y="0"/>
                  </a:moveTo>
                  <a:cubicBezTo>
                    <a:pt x="23750" y="0"/>
                    <a:pt x="0" y="23622"/>
                    <a:pt x="0" y="52831"/>
                  </a:cubicBezTo>
                  <a:cubicBezTo>
                    <a:pt x="0" y="53339"/>
                    <a:pt x="127" y="53847"/>
                    <a:pt x="127" y="54355"/>
                  </a:cubicBezTo>
                  <a:cubicBezTo>
                    <a:pt x="127" y="55498"/>
                    <a:pt x="254" y="56768"/>
                    <a:pt x="381" y="58038"/>
                  </a:cubicBezTo>
                  <a:cubicBezTo>
                    <a:pt x="381" y="58292"/>
                    <a:pt x="381" y="58546"/>
                    <a:pt x="508" y="58673"/>
                  </a:cubicBezTo>
                  <a:cubicBezTo>
                    <a:pt x="635" y="59816"/>
                    <a:pt x="762" y="60832"/>
                    <a:pt x="1016" y="61975"/>
                  </a:cubicBezTo>
                  <a:cubicBezTo>
                    <a:pt x="1143" y="62737"/>
                    <a:pt x="1270" y="63626"/>
                    <a:pt x="1524" y="64388"/>
                  </a:cubicBezTo>
                  <a:cubicBezTo>
                    <a:pt x="9271" y="99059"/>
                    <a:pt x="50293" y="157986"/>
                    <a:pt x="52960" y="161796"/>
                  </a:cubicBezTo>
                  <a:lnTo>
                    <a:pt x="53214" y="161796"/>
                  </a:lnTo>
                  <a:cubicBezTo>
                    <a:pt x="55754" y="158240"/>
                    <a:pt x="92458" y="104266"/>
                    <a:pt x="103126" y="69849"/>
                  </a:cubicBezTo>
                  <a:cubicBezTo>
                    <a:pt x="104015" y="67309"/>
                    <a:pt x="104650" y="64769"/>
                    <a:pt x="105158" y="62229"/>
                  </a:cubicBezTo>
                  <a:lnTo>
                    <a:pt x="105158" y="43179"/>
                  </a:lnTo>
                  <a:cubicBezTo>
                    <a:pt x="100332" y="18542"/>
                    <a:pt x="78741" y="0"/>
                    <a:pt x="52833" y="0"/>
                  </a:cubicBezTo>
                  <a:close/>
                </a:path>
              </a:pathLst>
            </a:custGeom>
            <a:solidFill>
              <a:srgbClr val="5D606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1" y="67309"/>
              <a:ext cx="105793" cy="162304"/>
            </a:xfrm>
            <a:custGeom>
              <a:avLst/>
              <a:gdLst/>
              <a:ahLst/>
              <a:cxnLst/>
              <a:rect r="r" b="b" t="t" l="l"/>
              <a:pathLst>
                <a:path h="162304" w="105793">
                  <a:moveTo>
                    <a:pt x="0" y="162304"/>
                  </a:moveTo>
                  <a:lnTo>
                    <a:pt x="105793" y="162304"/>
                  </a:lnTo>
                  <a:lnTo>
                    <a:pt x="1057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937387" y="1690449"/>
            <a:ext cx="261909" cy="259480"/>
            <a:chOff x="0" y="0"/>
            <a:chExt cx="261912" cy="2594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5025" y="63501"/>
              <a:ext cx="128526" cy="123954"/>
            </a:xfrm>
            <a:custGeom>
              <a:avLst/>
              <a:gdLst/>
              <a:ahLst/>
              <a:cxnLst/>
              <a:rect r="r" b="b" t="t" l="l"/>
              <a:pathLst>
                <a:path h="123954" w="128526">
                  <a:moveTo>
                    <a:pt x="64263" y="0"/>
                  </a:moveTo>
                  <a:cubicBezTo>
                    <a:pt x="28829" y="0"/>
                    <a:pt x="0" y="28830"/>
                    <a:pt x="0" y="64263"/>
                  </a:cubicBezTo>
                  <a:cubicBezTo>
                    <a:pt x="0" y="91188"/>
                    <a:pt x="16764" y="114429"/>
                    <a:pt x="40386" y="123954"/>
                  </a:cubicBezTo>
                  <a:lnTo>
                    <a:pt x="70359" y="123954"/>
                  </a:lnTo>
                  <a:cubicBezTo>
                    <a:pt x="69851" y="122557"/>
                    <a:pt x="68581" y="121541"/>
                    <a:pt x="67057" y="121541"/>
                  </a:cubicBezTo>
                  <a:cubicBezTo>
                    <a:pt x="67057" y="121541"/>
                    <a:pt x="66930" y="121541"/>
                    <a:pt x="66930" y="121541"/>
                  </a:cubicBezTo>
                  <a:cubicBezTo>
                    <a:pt x="66041" y="121541"/>
                    <a:pt x="65152" y="121541"/>
                    <a:pt x="64390" y="121541"/>
                  </a:cubicBezTo>
                  <a:cubicBezTo>
                    <a:pt x="32766" y="121541"/>
                    <a:pt x="7112" y="95887"/>
                    <a:pt x="7112" y="64263"/>
                  </a:cubicBezTo>
                  <a:cubicBezTo>
                    <a:pt x="7112" y="32640"/>
                    <a:pt x="32766" y="6985"/>
                    <a:pt x="64263" y="6985"/>
                  </a:cubicBezTo>
                  <a:cubicBezTo>
                    <a:pt x="95759" y="6985"/>
                    <a:pt x="121541" y="32640"/>
                    <a:pt x="121541" y="64263"/>
                  </a:cubicBezTo>
                  <a:cubicBezTo>
                    <a:pt x="121541" y="65533"/>
                    <a:pt x="121541" y="66930"/>
                    <a:pt x="121414" y="68200"/>
                  </a:cubicBezTo>
                  <a:cubicBezTo>
                    <a:pt x="121287" y="70105"/>
                    <a:pt x="122684" y="71756"/>
                    <a:pt x="124716" y="71883"/>
                  </a:cubicBezTo>
                  <a:cubicBezTo>
                    <a:pt x="124843" y="71883"/>
                    <a:pt x="124843" y="71883"/>
                    <a:pt x="124970" y="71883"/>
                  </a:cubicBezTo>
                  <a:cubicBezTo>
                    <a:pt x="126748" y="71883"/>
                    <a:pt x="128272" y="70486"/>
                    <a:pt x="128399" y="68581"/>
                  </a:cubicBezTo>
                  <a:cubicBezTo>
                    <a:pt x="128526" y="67184"/>
                    <a:pt x="128526" y="65660"/>
                    <a:pt x="128526" y="64136"/>
                  </a:cubicBezTo>
                  <a:cubicBezTo>
                    <a:pt x="128526" y="28830"/>
                    <a:pt x="99696" y="0"/>
                    <a:pt x="64263" y="0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3854" y="63501"/>
              <a:ext cx="70613" cy="123954"/>
            </a:xfrm>
            <a:custGeom>
              <a:avLst/>
              <a:gdLst/>
              <a:ahLst/>
              <a:cxnLst/>
              <a:rect r="r" b="b" t="t" l="l"/>
              <a:pathLst>
                <a:path h="123954" w="70613">
                  <a:moveTo>
                    <a:pt x="35180" y="0"/>
                  </a:moveTo>
                  <a:cubicBezTo>
                    <a:pt x="25401" y="127"/>
                    <a:pt x="16384" y="7112"/>
                    <a:pt x="9779" y="19685"/>
                  </a:cubicBezTo>
                  <a:cubicBezTo>
                    <a:pt x="3556" y="31624"/>
                    <a:pt x="0" y="47499"/>
                    <a:pt x="0" y="64263"/>
                  </a:cubicBezTo>
                  <a:cubicBezTo>
                    <a:pt x="0" y="81028"/>
                    <a:pt x="3429" y="96903"/>
                    <a:pt x="9779" y="108841"/>
                  </a:cubicBezTo>
                  <a:cubicBezTo>
                    <a:pt x="13209" y="115445"/>
                    <a:pt x="17400" y="120525"/>
                    <a:pt x="21972" y="123954"/>
                  </a:cubicBezTo>
                  <a:lnTo>
                    <a:pt x="38609" y="123954"/>
                  </a:lnTo>
                  <a:cubicBezTo>
                    <a:pt x="38101" y="122557"/>
                    <a:pt x="36831" y="121541"/>
                    <a:pt x="35307" y="121541"/>
                  </a:cubicBezTo>
                  <a:cubicBezTo>
                    <a:pt x="19940" y="121541"/>
                    <a:pt x="6985" y="95379"/>
                    <a:pt x="6985" y="64263"/>
                  </a:cubicBezTo>
                  <a:cubicBezTo>
                    <a:pt x="6985" y="33148"/>
                    <a:pt x="19940" y="6985"/>
                    <a:pt x="35307" y="6985"/>
                  </a:cubicBezTo>
                  <a:cubicBezTo>
                    <a:pt x="50674" y="6985"/>
                    <a:pt x="63628" y="33148"/>
                    <a:pt x="63628" y="64263"/>
                  </a:cubicBezTo>
                  <a:cubicBezTo>
                    <a:pt x="63628" y="68200"/>
                    <a:pt x="63374" y="72010"/>
                    <a:pt x="62993" y="75820"/>
                  </a:cubicBezTo>
                  <a:cubicBezTo>
                    <a:pt x="62739" y="77725"/>
                    <a:pt x="64136" y="79504"/>
                    <a:pt x="66168" y="79631"/>
                  </a:cubicBezTo>
                  <a:cubicBezTo>
                    <a:pt x="66295" y="79631"/>
                    <a:pt x="66422" y="79631"/>
                    <a:pt x="66549" y="79631"/>
                  </a:cubicBezTo>
                  <a:cubicBezTo>
                    <a:pt x="68327" y="79631"/>
                    <a:pt x="69851" y="78233"/>
                    <a:pt x="69978" y="76455"/>
                  </a:cubicBezTo>
                  <a:cubicBezTo>
                    <a:pt x="70359" y="72391"/>
                    <a:pt x="70613" y="68327"/>
                    <a:pt x="70613" y="64263"/>
                  </a:cubicBezTo>
                  <a:cubicBezTo>
                    <a:pt x="70613" y="47499"/>
                    <a:pt x="67184" y="31624"/>
                    <a:pt x="60834" y="19685"/>
                  </a:cubicBezTo>
                  <a:cubicBezTo>
                    <a:pt x="54230" y="7112"/>
                    <a:pt x="45213" y="127"/>
                    <a:pt x="35434" y="0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5859" y="63501"/>
              <a:ext cx="6985" cy="123827"/>
            </a:xfrm>
            <a:custGeom>
              <a:avLst/>
              <a:gdLst/>
              <a:ahLst/>
              <a:cxnLst/>
              <a:rect r="r" b="b" t="t" l="l"/>
              <a:pathLst>
                <a:path h="123827" w="6985">
                  <a:moveTo>
                    <a:pt x="3429" y="0"/>
                  </a:moveTo>
                  <a:cubicBezTo>
                    <a:pt x="1524" y="0"/>
                    <a:pt x="0" y="1524"/>
                    <a:pt x="0" y="3429"/>
                  </a:cubicBezTo>
                  <a:lnTo>
                    <a:pt x="0" y="123827"/>
                  </a:lnTo>
                  <a:lnTo>
                    <a:pt x="6985" y="123827"/>
                  </a:lnTo>
                  <a:lnTo>
                    <a:pt x="6985" y="3429"/>
                  </a:lnTo>
                  <a:cubicBezTo>
                    <a:pt x="6985" y="1524"/>
                    <a:pt x="5461" y="0"/>
                    <a:pt x="3556" y="0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7184" y="126494"/>
              <a:ext cx="124208" cy="6858"/>
            </a:xfrm>
            <a:custGeom>
              <a:avLst/>
              <a:gdLst/>
              <a:ahLst/>
              <a:cxnLst/>
              <a:rect r="r" b="b" t="t" l="l"/>
              <a:pathLst>
                <a:path h="6858" w="124208">
                  <a:moveTo>
                    <a:pt x="120779" y="6858"/>
                  </a:moveTo>
                  <a:lnTo>
                    <a:pt x="3429" y="6858"/>
                  </a:lnTo>
                  <a:cubicBezTo>
                    <a:pt x="1524" y="6858"/>
                    <a:pt x="0" y="5334"/>
                    <a:pt x="0" y="3429"/>
                  </a:cubicBezTo>
                  <a:cubicBezTo>
                    <a:pt x="0" y="1524"/>
                    <a:pt x="1524" y="0"/>
                    <a:pt x="3429" y="0"/>
                  </a:cubicBezTo>
                  <a:lnTo>
                    <a:pt x="120779" y="0"/>
                  </a:lnTo>
                  <a:cubicBezTo>
                    <a:pt x="122684" y="0"/>
                    <a:pt x="124208" y="1524"/>
                    <a:pt x="124208" y="3429"/>
                  </a:cubicBezTo>
                  <a:cubicBezTo>
                    <a:pt x="124208" y="5334"/>
                    <a:pt x="122684" y="6858"/>
                    <a:pt x="120779" y="6858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75820" y="157737"/>
              <a:ext cx="64644" cy="6858"/>
            </a:xfrm>
            <a:custGeom>
              <a:avLst/>
              <a:gdLst/>
              <a:ahLst/>
              <a:cxnLst/>
              <a:rect r="r" b="b" t="t" l="l"/>
              <a:pathLst>
                <a:path h="6858" w="64644">
                  <a:moveTo>
                    <a:pt x="61215" y="6858"/>
                  </a:moveTo>
                  <a:lnTo>
                    <a:pt x="3429" y="6858"/>
                  </a:lnTo>
                  <a:cubicBezTo>
                    <a:pt x="1524" y="6858"/>
                    <a:pt x="0" y="5334"/>
                    <a:pt x="0" y="3429"/>
                  </a:cubicBezTo>
                  <a:cubicBezTo>
                    <a:pt x="0" y="1524"/>
                    <a:pt x="1524" y="0"/>
                    <a:pt x="3429" y="0"/>
                  </a:cubicBezTo>
                  <a:lnTo>
                    <a:pt x="61215" y="0"/>
                  </a:lnTo>
                  <a:cubicBezTo>
                    <a:pt x="63120" y="0"/>
                    <a:pt x="64644" y="1524"/>
                    <a:pt x="64644" y="3429"/>
                  </a:cubicBezTo>
                  <a:cubicBezTo>
                    <a:pt x="64644" y="5334"/>
                    <a:pt x="63120" y="6858"/>
                    <a:pt x="61215" y="6858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73280" y="95125"/>
              <a:ext cx="112016" cy="6858"/>
            </a:xfrm>
            <a:custGeom>
              <a:avLst/>
              <a:gdLst/>
              <a:ahLst/>
              <a:cxnLst/>
              <a:rect r="r" b="b" t="t" l="l"/>
              <a:pathLst>
                <a:path h="6858" w="112016">
                  <a:moveTo>
                    <a:pt x="108714" y="6858"/>
                  </a:moveTo>
                  <a:lnTo>
                    <a:pt x="3429" y="6858"/>
                  </a:lnTo>
                  <a:cubicBezTo>
                    <a:pt x="1524" y="6858"/>
                    <a:pt x="0" y="5334"/>
                    <a:pt x="0" y="3429"/>
                  </a:cubicBezTo>
                  <a:cubicBezTo>
                    <a:pt x="0" y="1524"/>
                    <a:pt x="1524" y="0"/>
                    <a:pt x="3429" y="0"/>
                  </a:cubicBezTo>
                  <a:lnTo>
                    <a:pt x="108587" y="0"/>
                  </a:lnTo>
                  <a:cubicBezTo>
                    <a:pt x="110492" y="0"/>
                    <a:pt x="112016" y="1524"/>
                    <a:pt x="112016" y="3429"/>
                  </a:cubicBezTo>
                  <a:cubicBezTo>
                    <a:pt x="112016" y="5334"/>
                    <a:pt x="110492" y="6858"/>
                    <a:pt x="108587" y="6858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57699" y="135638"/>
              <a:ext cx="40551" cy="44578"/>
            </a:xfrm>
            <a:custGeom>
              <a:avLst/>
              <a:gdLst/>
              <a:ahLst/>
              <a:cxnLst/>
              <a:rect r="r" b="b" t="t" l="l"/>
              <a:pathLst>
                <a:path h="44578" w="40551">
                  <a:moveTo>
                    <a:pt x="28232" y="0"/>
                  </a:moveTo>
                  <a:cubicBezTo>
                    <a:pt x="27851" y="0"/>
                    <a:pt x="27470" y="0"/>
                    <a:pt x="27089" y="0"/>
                  </a:cubicBezTo>
                  <a:cubicBezTo>
                    <a:pt x="23533" y="254"/>
                    <a:pt x="20358" y="1905"/>
                    <a:pt x="18071" y="4699"/>
                  </a:cubicBezTo>
                  <a:lnTo>
                    <a:pt x="15531" y="7875"/>
                  </a:lnTo>
                  <a:cubicBezTo>
                    <a:pt x="14261" y="9399"/>
                    <a:pt x="14515" y="11558"/>
                    <a:pt x="16039" y="12828"/>
                  </a:cubicBezTo>
                  <a:cubicBezTo>
                    <a:pt x="16674" y="13336"/>
                    <a:pt x="17436" y="13590"/>
                    <a:pt x="18198" y="13590"/>
                  </a:cubicBezTo>
                  <a:cubicBezTo>
                    <a:pt x="19214" y="13590"/>
                    <a:pt x="20230" y="13209"/>
                    <a:pt x="20866" y="12320"/>
                  </a:cubicBezTo>
                  <a:lnTo>
                    <a:pt x="23406" y="9272"/>
                  </a:lnTo>
                  <a:cubicBezTo>
                    <a:pt x="24422" y="8002"/>
                    <a:pt x="25946" y="7240"/>
                    <a:pt x="27597" y="7113"/>
                  </a:cubicBezTo>
                  <a:cubicBezTo>
                    <a:pt x="27724" y="7113"/>
                    <a:pt x="27978" y="7113"/>
                    <a:pt x="28105" y="7113"/>
                  </a:cubicBezTo>
                  <a:cubicBezTo>
                    <a:pt x="29502" y="7113"/>
                    <a:pt x="30899" y="7621"/>
                    <a:pt x="32042" y="8510"/>
                  </a:cubicBezTo>
                  <a:lnTo>
                    <a:pt x="32423" y="8764"/>
                  </a:lnTo>
                  <a:cubicBezTo>
                    <a:pt x="35090" y="10923"/>
                    <a:pt x="35344" y="14860"/>
                    <a:pt x="33185" y="17527"/>
                  </a:cubicBezTo>
                  <a:lnTo>
                    <a:pt x="18198" y="35434"/>
                  </a:lnTo>
                  <a:cubicBezTo>
                    <a:pt x="17182" y="36704"/>
                    <a:pt x="15658" y="37466"/>
                    <a:pt x="14007" y="37593"/>
                  </a:cubicBezTo>
                  <a:cubicBezTo>
                    <a:pt x="13880" y="37593"/>
                    <a:pt x="13626" y="37593"/>
                    <a:pt x="13499" y="37593"/>
                  </a:cubicBezTo>
                  <a:cubicBezTo>
                    <a:pt x="12102" y="37593"/>
                    <a:pt x="10705" y="37085"/>
                    <a:pt x="9562" y="36196"/>
                  </a:cubicBezTo>
                  <a:lnTo>
                    <a:pt x="9181" y="35942"/>
                  </a:lnTo>
                  <a:cubicBezTo>
                    <a:pt x="6514" y="33783"/>
                    <a:pt x="6260" y="29846"/>
                    <a:pt x="8419" y="27179"/>
                  </a:cubicBezTo>
                  <a:cubicBezTo>
                    <a:pt x="9689" y="25655"/>
                    <a:pt x="9435" y="23496"/>
                    <a:pt x="8038" y="22226"/>
                  </a:cubicBezTo>
                  <a:cubicBezTo>
                    <a:pt x="7403" y="21718"/>
                    <a:pt x="6641" y="21464"/>
                    <a:pt x="5752" y="21464"/>
                  </a:cubicBezTo>
                  <a:cubicBezTo>
                    <a:pt x="4736" y="21464"/>
                    <a:pt x="3720" y="21845"/>
                    <a:pt x="3085" y="22734"/>
                  </a:cubicBezTo>
                  <a:cubicBezTo>
                    <a:pt x="-1614" y="28322"/>
                    <a:pt x="-852" y="36577"/>
                    <a:pt x="4736" y="41276"/>
                  </a:cubicBezTo>
                  <a:lnTo>
                    <a:pt x="5117" y="41530"/>
                  </a:lnTo>
                  <a:cubicBezTo>
                    <a:pt x="7530" y="43562"/>
                    <a:pt x="10451" y="44578"/>
                    <a:pt x="13499" y="44578"/>
                  </a:cubicBezTo>
                  <a:cubicBezTo>
                    <a:pt x="13880" y="44578"/>
                    <a:pt x="14261" y="44578"/>
                    <a:pt x="14642" y="44578"/>
                  </a:cubicBezTo>
                  <a:cubicBezTo>
                    <a:pt x="18198" y="44324"/>
                    <a:pt x="21374" y="42673"/>
                    <a:pt x="23533" y="39879"/>
                  </a:cubicBezTo>
                  <a:lnTo>
                    <a:pt x="38519" y="21972"/>
                  </a:lnTo>
                  <a:cubicBezTo>
                    <a:pt x="39408" y="20956"/>
                    <a:pt x="40043" y="19813"/>
                    <a:pt x="40551" y="18543"/>
                  </a:cubicBezTo>
                  <a:lnTo>
                    <a:pt x="40551" y="8383"/>
                  </a:lnTo>
                  <a:cubicBezTo>
                    <a:pt x="39789" y="6478"/>
                    <a:pt x="38519" y="4699"/>
                    <a:pt x="36868" y="3302"/>
                  </a:cubicBezTo>
                  <a:lnTo>
                    <a:pt x="36487" y="3048"/>
                  </a:lnTo>
                  <a:cubicBezTo>
                    <a:pt x="34074" y="1016"/>
                    <a:pt x="31153" y="0"/>
                    <a:pt x="28105" y="0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34824" y="147450"/>
              <a:ext cx="41746" cy="39879"/>
            </a:xfrm>
            <a:custGeom>
              <a:avLst/>
              <a:gdLst/>
              <a:ahLst/>
              <a:cxnLst/>
              <a:rect r="r" b="b" t="t" l="l"/>
              <a:pathLst>
                <a:path h="39879" w="41746">
                  <a:moveTo>
                    <a:pt x="28246" y="0"/>
                  </a:moveTo>
                  <a:cubicBezTo>
                    <a:pt x="24436" y="0"/>
                    <a:pt x="20753" y="1651"/>
                    <a:pt x="18086" y="4699"/>
                  </a:cubicBezTo>
                  <a:lnTo>
                    <a:pt x="3100" y="22606"/>
                  </a:lnTo>
                  <a:cubicBezTo>
                    <a:pt x="-1218" y="27686"/>
                    <a:pt x="-964" y="35052"/>
                    <a:pt x="3481" y="39878"/>
                  </a:cubicBezTo>
                  <a:lnTo>
                    <a:pt x="23547" y="39878"/>
                  </a:lnTo>
                  <a:cubicBezTo>
                    <a:pt x="23547" y="39878"/>
                    <a:pt x="23547" y="39878"/>
                    <a:pt x="23674" y="39751"/>
                  </a:cubicBezTo>
                  <a:lnTo>
                    <a:pt x="26849" y="35941"/>
                  </a:lnTo>
                  <a:cubicBezTo>
                    <a:pt x="28119" y="34417"/>
                    <a:pt x="27865" y="32258"/>
                    <a:pt x="26468" y="30988"/>
                  </a:cubicBezTo>
                  <a:cubicBezTo>
                    <a:pt x="25833" y="30480"/>
                    <a:pt x="25071" y="30226"/>
                    <a:pt x="24182" y="30226"/>
                  </a:cubicBezTo>
                  <a:cubicBezTo>
                    <a:pt x="23166" y="30226"/>
                    <a:pt x="22150" y="30607"/>
                    <a:pt x="21515" y="31496"/>
                  </a:cubicBezTo>
                  <a:lnTo>
                    <a:pt x="18340" y="35306"/>
                  </a:lnTo>
                  <a:cubicBezTo>
                    <a:pt x="17070" y="36703"/>
                    <a:pt x="15419" y="37465"/>
                    <a:pt x="13641" y="37465"/>
                  </a:cubicBezTo>
                  <a:cubicBezTo>
                    <a:pt x="12244" y="37465"/>
                    <a:pt x="10847" y="36957"/>
                    <a:pt x="9704" y="36068"/>
                  </a:cubicBezTo>
                  <a:lnTo>
                    <a:pt x="9323" y="35814"/>
                  </a:lnTo>
                  <a:cubicBezTo>
                    <a:pt x="6656" y="33655"/>
                    <a:pt x="6402" y="29718"/>
                    <a:pt x="8561" y="27051"/>
                  </a:cubicBezTo>
                  <a:lnTo>
                    <a:pt x="23547" y="9144"/>
                  </a:lnTo>
                  <a:cubicBezTo>
                    <a:pt x="24817" y="7747"/>
                    <a:pt x="26468" y="6985"/>
                    <a:pt x="28246" y="6985"/>
                  </a:cubicBezTo>
                  <a:cubicBezTo>
                    <a:pt x="29643" y="6985"/>
                    <a:pt x="31040" y="7493"/>
                    <a:pt x="32183" y="8382"/>
                  </a:cubicBezTo>
                  <a:lnTo>
                    <a:pt x="32564" y="8636"/>
                  </a:lnTo>
                  <a:cubicBezTo>
                    <a:pt x="35231" y="10795"/>
                    <a:pt x="35485" y="14732"/>
                    <a:pt x="33326" y="17399"/>
                  </a:cubicBezTo>
                  <a:cubicBezTo>
                    <a:pt x="32056" y="18923"/>
                    <a:pt x="32310" y="21082"/>
                    <a:pt x="33707" y="22352"/>
                  </a:cubicBezTo>
                  <a:cubicBezTo>
                    <a:pt x="34342" y="22860"/>
                    <a:pt x="35104" y="23114"/>
                    <a:pt x="35993" y="23114"/>
                  </a:cubicBezTo>
                  <a:cubicBezTo>
                    <a:pt x="37009" y="23114"/>
                    <a:pt x="38025" y="22733"/>
                    <a:pt x="38660" y="21844"/>
                  </a:cubicBezTo>
                  <a:cubicBezTo>
                    <a:pt x="43359" y="16256"/>
                    <a:pt x="42597" y="8001"/>
                    <a:pt x="37009" y="3302"/>
                  </a:cubicBezTo>
                  <a:lnTo>
                    <a:pt x="36628" y="3048"/>
                  </a:lnTo>
                  <a:cubicBezTo>
                    <a:pt x="34215" y="1016"/>
                    <a:pt x="31167" y="0"/>
                    <a:pt x="28119" y="0"/>
                  </a:cubicBezTo>
                  <a:close/>
                </a:path>
              </a:pathLst>
            </a:custGeom>
            <a:solidFill>
              <a:srgbClr val="373643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1" y="67438"/>
              <a:ext cx="134749" cy="128526"/>
            </a:xfrm>
            <a:custGeom>
              <a:avLst/>
              <a:gdLst/>
              <a:ahLst/>
              <a:cxnLst/>
              <a:rect r="r" b="b" t="t" l="l"/>
              <a:pathLst>
                <a:path h="128526" w="134749">
                  <a:moveTo>
                    <a:pt x="0" y="128526"/>
                  </a:moveTo>
                  <a:lnTo>
                    <a:pt x="134749" y="128526"/>
                  </a:lnTo>
                  <a:lnTo>
                    <a:pt x="1347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658373" y="1279712"/>
            <a:ext cx="253603" cy="256699"/>
            <a:chOff x="0" y="0"/>
            <a:chExt cx="253606" cy="2567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66262" y="63470"/>
              <a:ext cx="121095" cy="121097"/>
            </a:xfrm>
            <a:custGeom>
              <a:avLst/>
              <a:gdLst/>
              <a:ahLst/>
              <a:cxnLst/>
              <a:rect r="r" b="b" t="t" l="l"/>
              <a:pathLst>
                <a:path h="121097" w="121095">
                  <a:moveTo>
                    <a:pt x="54515" y="6763"/>
                  </a:moveTo>
                  <a:lnTo>
                    <a:pt x="57563" y="9811"/>
                  </a:lnTo>
                  <a:lnTo>
                    <a:pt x="54515" y="6763"/>
                  </a:lnTo>
                  <a:close/>
                  <a:moveTo>
                    <a:pt x="6763" y="54516"/>
                  </a:moveTo>
                  <a:lnTo>
                    <a:pt x="3715" y="51468"/>
                  </a:lnTo>
                  <a:lnTo>
                    <a:pt x="6763" y="54516"/>
                  </a:lnTo>
                  <a:close/>
                  <a:moveTo>
                    <a:pt x="6763" y="66581"/>
                  </a:moveTo>
                  <a:lnTo>
                    <a:pt x="9811" y="63533"/>
                  </a:lnTo>
                  <a:lnTo>
                    <a:pt x="6763" y="66581"/>
                  </a:lnTo>
                  <a:close/>
                  <a:moveTo>
                    <a:pt x="54515" y="114334"/>
                  </a:moveTo>
                  <a:lnTo>
                    <a:pt x="51467" y="117382"/>
                  </a:lnTo>
                  <a:lnTo>
                    <a:pt x="54515" y="114334"/>
                  </a:lnTo>
                  <a:close/>
                  <a:moveTo>
                    <a:pt x="66580" y="114334"/>
                  </a:moveTo>
                  <a:lnTo>
                    <a:pt x="63532" y="111286"/>
                  </a:lnTo>
                  <a:lnTo>
                    <a:pt x="66580" y="114334"/>
                  </a:lnTo>
                  <a:close/>
                  <a:moveTo>
                    <a:pt x="114332" y="66581"/>
                  </a:moveTo>
                  <a:lnTo>
                    <a:pt x="117380" y="69629"/>
                  </a:lnTo>
                  <a:lnTo>
                    <a:pt x="114332" y="66581"/>
                  </a:lnTo>
                  <a:close/>
                  <a:moveTo>
                    <a:pt x="114332" y="54516"/>
                  </a:moveTo>
                  <a:lnTo>
                    <a:pt x="111284" y="57564"/>
                  </a:lnTo>
                  <a:lnTo>
                    <a:pt x="114332" y="54516"/>
                  </a:lnTo>
                  <a:close/>
                  <a:moveTo>
                    <a:pt x="66580" y="6763"/>
                  </a:moveTo>
                  <a:lnTo>
                    <a:pt x="69628" y="3715"/>
                  </a:lnTo>
                  <a:lnTo>
                    <a:pt x="66580" y="6763"/>
                  </a:lnTo>
                  <a:close/>
                  <a:moveTo>
                    <a:pt x="51467" y="3842"/>
                  </a:moveTo>
                  <a:lnTo>
                    <a:pt x="3715" y="51468"/>
                  </a:lnTo>
                  <a:lnTo>
                    <a:pt x="9811" y="57564"/>
                  </a:lnTo>
                  <a:lnTo>
                    <a:pt x="57563" y="9811"/>
                  </a:lnTo>
                  <a:lnTo>
                    <a:pt x="51467" y="3842"/>
                  </a:lnTo>
                  <a:close/>
                  <a:moveTo>
                    <a:pt x="3715" y="69629"/>
                  </a:moveTo>
                  <a:lnTo>
                    <a:pt x="51467" y="117382"/>
                  </a:lnTo>
                  <a:lnTo>
                    <a:pt x="57563" y="111286"/>
                  </a:lnTo>
                  <a:lnTo>
                    <a:pt x="9811" y="63533"/>
                  </a:lnTo>
                  <a:lnTo>
                    <a:pt x="3715" y="69629"/>
                  </a:lnTo>
                  <a:close/>
                  <a:moveTo>
                    <a:pt x="69501" y="117382"/>
                  </a:moveTo>
                  <a:lnTo>
                    <a:pt x="117253" y="69629"/>
                  </a:lnTo>
                  <a:lnTo>
                    <a:pt x="111157" y="63533"/>
                  </a:lnTo>
                  <a:lnTo>
                    <a:pt x="63405" y="111286"/>
                  </a:lnTo>
                  <a:lnTo>
                    <a:pt x="69501" y="117382"/>
                  </a:lnTo>
                  <a:close/>
                  <a:moveTo>
                    <a:pt x="117253" y="51595"/>
                  </a:moveTo>
                  <a:lnTo>
                    <a:pt x="69628" y="3842"/>
                  </a:lnTo>
                  <a:lnTo>
                    <a:pt x="63532" y="9938"/>
                  </a:lnTo>
                  <a:lnTo>
                    <a:pt x="111284" y="57691"/>
                  </a:lnTo>
                  <a:lnTo>
                    <a:pt x="117380" y="51595"/>
                  </a:lnTo>
                  <a:close/>
                  <a:moveTo>
                    <a:pt x="117380" y="69756"/>
                  </a:moveTo>
                  <a:cubicBezTo>
                    <a:pt x="122333" y="64803"/>
                    <a:pt x="122333" y="56675"/>
                    <a:pt x="117380" y="51595"/>
                  </a:cubicBezTo>
                  <a:lnTo>
                    <a:pt x="111284" y="57691"/>
                  </a:lnTo>
                  <a:cubicBezTo>
                    <a:pt x="112935" y="59342"/>
                    <a:pt x="112935" y="62009"/>
                    <a:pt x="111284" y="63787"/>
                  </a:cubicBezTo>
                  <a:lnTo>
                    <a:pt x="117380" y="69883"/>
                  </a:lnTo>
                  <a:close/>
                  <a:moveTo>
                    <a:pt x="51467" y="117382"/>
                  </a:moveTo>
                  <a:cubicBezTo>
                    <a:pt x="56420" y="122335"/>
                    <a:pt x="64548" y="122335"/>
                    <a:pt x="69628" y="117382"/>
                  </a:cubicBezTo>
                  <a:lnTo>
                    <a:pt x="63532" y="111286"/>
                  </a:lnTo>
                  <a:cubicBezTo>
                    <a:pt x="61881" y="112937"/>
                    <a:pt x="59214" y="112937"/>
                    <a:pt x="57436" y="111286"/>
                  </a:cubicBezTo>
                  <a:lnTo>
                    <a:pt x="51340" y="117382"/>
                  </a:lnTo>
                  <a:close/>
                  <a:moveTo>
                    <a:pt x="3715" y="51468"/>
                  </a:moveTo>
                  <a:cubicBezTo>
                    <a:pt x="-1238" y="56421"/>
                    <a:pt x="-1238" y="64549"/>
                    <a:pt x="3715" y="69629"/>
                  </a:cubicBezTo>
                  <a:lnTo>
                    <a:pt x="9811" y="63533"/>
                  </a:lnTo>
                  <a:cubicBezTo>
                    <a:pt x="8160" y="61882"/>
                    <a:pt x="8160" y="59215"/>
                    <a:pt x="9811" y="57437"/>
                  </a:cubicBezTo>
                  <a:lnTo>
                    <a:pt x="3715" y="51341"/>
                  </a:lnTo>
                  <a:close/>
                  <a:moveTo>
                    <a:pt x="57563" y="9811"/>
                  </a:moveTo>
                  <a:cubicBezTo>
                    <a:pt x="59214" y="8160"/>
                    <a:pt x="61881" y="8160"/>
                    <a:pt x="63659" y="9811"/>
                  </a:cubicBezTo>
                  <a:lnTo>
                    <a:pt x="69755" y="3715"/>
                  </a:lnTo>
                  <a:cubicBezTo>
                    <a:pt x="64802" y="-1239"/>
                    <a:pt x="56674" y="-1239"/>
                    <a:pt x="51594" y="3715"/>
                  </a:cubicBezTo>
                  <a:lnTo>
                    <a:pt x="57690" y="9811"/>
                  </a:lnTo>
                  <a:close/>
                  <a:moveTo>
                    <a:pt x="40418" y="20860"/>
                  </a:moveTo>
                  <a:lnTo>
                    <a:pt x="48927" y="29369"/>
                  </a:lnTo>
                  <a:lnTo>
                    <a:pt x="55023" y="23273"/>
                  </a:lnTo>
                  <a:lnTo>
                    <a:pt x="46514" y="14764"/>
                  </a:lnTo>
                  <a:lnTo>
                    <a:pt x="40418" y="20860"/>
                  </a:lnTo>
                  <a:close/>
                  <a:moveTo>
                    <a:pt x="60484" y="39148"/>
                  </a:moveTo>
                  <a:cubicBezTo>
                    <a:pt x="58071" y="39148"/>
                    <a:pt x="56166" y="37243"/>
                    <a:pt x="56166" y="34830"/>
                  </a:cubicBezTo>
                  <a:lnTo>
                    <a:pt x="47657" y="34830"/>
                  </a:lnTo>
                  <a:cubicBezTo>
                    <a:pt x="47657" y="41942"/>
                    <a:pt x="53372" y="47658"/>
                    <a:pt x="60484" y="47658"/>
                  </a:cubicBezTo>
                  <a:lnTo>
                    <a:pt x="60484" y="39148"/>
                  </a:lnTo>
                  <a:close/>
                  <a:moveTo>
                    <a:pt x="64802" y="34830"/>
                  </a:moveTo>
                  <a:cubicBezTo>
                    <a:pt x="64802" y="37243"/>
                    <a:pt x="62897" y="39148"/>
                    <a:pt x="60484" y="39148"/>
                  </a:cubicBezTo>
                  <a:lnTo>
                    <a:pt x="60484" y="47658"/>
                  </a:lnTo>
                  <a:cubicBezTo>
                    <a:pt x="67596" y="47658"/>
                    <a:pt x="73311" y="41942"/>
                    <a:pt x="73311" y="34830"/>
                  </a:cubicBezTo>
                  <a:lnTo>
                    <a:pt x="64802" y="34830"/>
                  </a:lnTo>
                  <a:close/>
                  <a:moveTo>
                    <a:pt x="60484" y="30512"/>
                  </a:moveTo>
                  <a:cubicBezTo>
                    <a:pt x="62897" y="30512"/>
                    <a:pt x="64802" y="32417"/>
                    <a:pt x="64802" y="34830"/>
                  </a:cubicBezTo>
                  <a:lnTo>
                    <a:pt x="73311" y="34830"/>
                  </a:lnTo>
                  <a:cubicBezTo>
                    <a:pt x="73311" y="27718"/>
                    <a:pt x="67596" y="22003"/>
                    <a:pt x="60484" y="22003"/>
                  </a:cubicBezTo>
                  <a:lnTo>
                    <a:pt x="60484" y="30512"/>
                  </a:lnTo>
                  <a:close/>
                  <a:moveTo>
                    <a:pt x="60484" y="22003"/>
                  </a:moveTo>
                  <a:cubicBezTo>
                    <a:pt x="53372" y="22003"/>
                    <a:pt x="47657" y="27718"/>
                    <a:pt x="47657" y="34830"/>
                  </a:cubicBezTo>
                  <a:lnTo>
                    <a:pt x="56166" y="34830"/>
                  </a:lnTo>
                  <a:cubicBezTo>
                    <a:pt x="56166" y="32417"/>
                    <a:pt x="58071" y="30512"/>
                    <a:pt x="60484" y="30512"/>
                  </a:cubicBezTo>
                  <a:lnTo>
                    <a:pt x="60484" y="22130"/>
                  </a:lnTo>
                  <a:close/>
                  <a:moveTo>
                    <a:pt x="65945" y="46515"/>
                  </a:moveTo>
                  <a:lnTo>
                    <a:pt x="78772" y="59342"/>
                  </a:lnTo>
                  <a:lnTo>
                    <a:pt x="84868" y="53246"/>
                  </a:lnTo>
                  <a:lnTo>
                    <a:pt x="72041" y="40418"/>
                  </a:lnTo>
                  <a:lnTo>
                    <a:pt x="65945" y="46515"/>
                  </a:lnTo>
                  <a:close/>
                  <a:moveTo>
                    <a:pt x="86138" y="64803"/>
                  </a:moveTo>
                  <a:cubicBezTo>
                    <a:pt x="83725" y="64803"/>
                    <a:pt x="81820" y="62898"/>
                    <a:pt x="81820" y="60485"/>
                  </a:cubicBezTo>
                  <a:lnTo>
                    <a:pt x="73311" y="60485"/>
                  </a:lnTo>
                  <a:cubicBezTo>
                    <a:pt x="73311" y="67597"/>
                    <a:pt x="79026" y="73312"/>
                    <a:pt x="86138" y="73312"/>
                  </a:cubicBezTo>
                  <a:lnTo>
                    <a:pt x="86138" y="64803"/>
                  </a:lnTo>
                  <a:close/>
                  <a:moveTo>
                    <a:pt x="90456" y="60485"/>
                  </a:moveTo>
                  <a:cubicBezTo>
                    <a:pt x="90456" y="62898"/>
                    <a:pt x="88551" y="64803"/>
                    <a:pt x="86138" y="64803"/>
                  </a:cubicBezTo>
                  <a:lnTo>
                    <a:pt x="86138" y="73312"/>
                  </a:lnTo>
                  <a:cubicBezTo>
                    <a:pt x="93250" y="73312"/>
                    <a:pt x="98965" y="67597"/>
                    <a:pt x="98965" y="60485"/>
                  </a:cubicBezTo>
                  <a:lnTo>
                    <a:pt x="90456" y="60485"/>
                  </a:lnTo>
                  <a:close/>
                  <a:moveTo>
                    <a:pt x="86138" y="56294"/>
                  </a:moveTo>
                  <a:cubicBezTo>
                    <a:pt x="88551" y="56294"/>
                    <a:pt x="90456" y="58199"/>
                    <a:pt x="90456" y="60612"/>
                  </a:cubicBezTo>
                  <a:lnTo>
                    <a:pt x="98965" y="60612"/>
                  </a:lnTo>
                  <a:cubicBezTo>
                    <a:pt x="98965" y="53500"/>
                    <a:pt x="93250" y="47785"/>
                    <a:pt x="86138" y="47785"/>
                  </a:cubicBezTo>
                  <a:lnTo>
                    <a:pt x="86138" y="56294"/>
                  </a:lnTo>
                  <a:close/>
                  <a:moveTo>
                    <a:pt x="86138" y="47785"/>
                  </a:moveTo>
                  <a:cubicBezTo>
                    <a:pt x="79026" y="47785"/>
                    <a:pt x="73311" y="53500"/>
                    <a:pt x="73311" y="60612"/>
                  </a:cubicBezTo>
                  <a:lnTo>
                    <a:pt x="81820" y="60612"/>
                  </a:lnTo>
                  <a:cubicBezTo>
                    <a:pt x="81820" y="58199"/>
                    <a:pt x="83725" y="56294"/>
                    <a:pt x="86138" y="56294"/>
                  </a:cubicBezTo>
                  <a:lnTo>
                    <a:pt x="86138" y="47785"/>
                  </a:lnTo>
                  <a:close/>
                  <a:moveTo>
                    <a:pt x="56293" y="43467"/>
                  </a:moveTo>
                  <a:lnTo>
                    <a:pt x="56293" y="77630"/>
                  </a:lnTo>
                  <a:lnTo>
                    <a:pt x="64802" y="77630"/>
                  </a:lnTo>
                  <a:lnTo>
                    <a:pt x="64802" y="43467"/>
                  </a:lnTo>
                  <a:lnTo>
                    <a:pt x="56293" y="43467"/>
                  </a:lnTo>
                  <a:close/>
                  <a:moveTo>
                    <a:pt x="60611" y="90458"/>
                  </a:moveTo>
                  <a:cubicBezTo>
                    <a:pt x="58198" y="90458"/>
                    <a:pt x="56293" y="88553"/>
                    <a:pt x="56293" y="86140"/>
                  </a:cubicBezTo>
                  <a:lnTo>
                    <a:pt x="47657" y="86140"/>
                  </a:lnTo>
                  <a:cubicBezTo>
                    <a:pt x="47657" y="93252"/>
                    <a:pt x="53372" y="98967"/>
                    <a:pt x="60484" y="98967"/>
                  </a:cubicBezTo>
                  <a:lnTo>
                    <a:pt x="60484" y="90458"/>
                  </a:lnTo>
                  <a:close/>
                  <a:moveTo>
                    <a:pt x="64802" y="86140"/>
                  </a:moveTo>
                  <a:cubicBezTo>
                    <a:pt x="64802" y="88553"/>
                    <a:pt x="62897" y="90458"/>
                    <a:pt x="60484" y="90458"/>
                  </a:cubicBezTo>
                  <a:lnTo>
                    <a:pt x="60484" y="98967"/>
                  </a:lnTo>
                  <a:cubicBezTo>
                    <a:pt x="67596" y="98967"/>
                    <a:pt x="73311" y="93252"/>
                    <a:pt x="73311" y="86140"/>
                  </a:cubicBezTo>
                  <a:lnTo>
                    <a:pt x="64802" y="86140"/>
                  </a:lnTo>
                  <a:close/>
                  <a:moveTo>
                    <a:pt x="60484" y="81821"/>
                  </a:moveTo>
                  <a:cubicBezTo>
                    <a:pt x="62897" y="81821"/>
                    <a:pt x="64802" y="83726"/>
                    <a:pt x="64802" y="86140"/>
                  </a:cubicBezTo>
                  <a:lnTo>
                    <a:pt x="73311" y="86140"/>
                  </a:lnTo>
                  <a:cubicBezTo>
                    <a:pt x="73311" y="79027"/>
                    <a:pt x="67596" y="73312"/>
                    <a:pt x="60484" y="73312"/>
                  </a:cubicBezTo>
                  <a:lnTo>
                    <a:pt x="60484" y="81821"/>
                  </a:lnTo>
                  <a:close/>
                  <a:moveTo>
                    <a:pt x="60484" y="73312"/>
                  </a:moveTo>
                  <a:cubicBezTo>
                    <a:pt x="53372" y="73312"/>
                    <a:pt x="47657" y="79027"/>
                    <a:pt x="47657" y="86140"/>
                  </a:cubicBezTo>
                  <a:lnTo>
                    <a:pt x="56166" y="86140"/>
                  </a:lnTo>
                  <a:cubicBezTo>
                    <a:pt x="56166" y="83726"/>
                    <a:pt x="58071" y="81821"/>
                    <a:pt x="60484" y="81821"/>
                  </a:cubicBezTo>
                  <a:lnTo>
                    <a:pt x="60484" y="7331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0" y="66550"/>
              <a:ext cx="126619" cy="126622"/>
            </a:xfrm>
            <a:custGeom>
              <a:avLst/>
              <a:gdLst/>
              <a:ahLst/>
              <a:cxnLst/>
              <a:rect r="r" b="b" t="t" l="l"/>
              <a:pathLst>
                <a:path h="126622" w="126619">
                  <a:moveTo>
                    <a:pt x="0" y="126622"/>
                  </a:moveTo>
                  <a:lnTo>
                    <a:pt x="126619" y="126622"/>
                  </a:lnTo>
                  <a:lnTo>
                    <a:pt x="1266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694068" y="8208893"/>
            <a:ext cx="803662" cy="20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EDUCATION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9741" y="6611654"/>
            <a:ext cx="1260853" cy="20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TECHNICAL SKILLS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23638" y="9678257"/>
            <a:ext cx="1860947" cy="20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ADDITIONAL INFORMATION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815230" y="6611654"/>
            <a:ext cx="1593323" cy="20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PROGRAMMING SKILLS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3967" y="8589621"/>
            <a:ext cx="2153107" cy="1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B.TECH - Information Technology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306669" y="1700365"/>
            <a:ext cx="1113006" cy="1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Erode,TamilNadu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129733" y="1268540"/>
            <a:ext cx="2216887" cy="1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sanjaymathivanan7345@gmail.com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28717" y="8854108"/>
            <a:ext cx="337661" cy="18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2024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259971" y="1693412"/>
            <a:ext cx="1987439" cy="1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  <a:hlinkClick r:id="rId3" tooltip="https://www.linkedin.com/in/sanjay-mathivanan-36386537b?utm_source=share_via&amp;utm_content=profile&amp;utm_medium=member_android"/>
              </a:rPr>
              <a:t>Linkedin.com/sanjaymathivanan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920720" y="1281532"/>
            <a:ext cx="2016643" cy="1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  <a:hlinkClick r:id="rId4" tooltip="https://github.com/Sanjaymathivanan45"/>
              </a:rPr>
              <a:t>github.com/sanjaymathivanan45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04535" y="8903884"/>
            <a:ext cx="1913068" cy="39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Sri Shanmugha College Of Engineering And Technology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2359" y="9302334"/>
            <a:ext cx="688162" cy="19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GPA : 7.89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16718" y="9924983"/>
            <a:ext cx="4914243" cy="56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199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Languages:</a:t>
            </a:r>
            <a:r>
              <a:rPr lang="en-US" sz="11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 Kannada,English,Tamil </a:t>
            </a:r>
            <a:r>
              <a:rPr lang="en-US" b="true" sz="1199">
                <a:solidFill>
                  <a:srgbClr val="1E1E1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Certifications:</a:t>
            </a:r>
            <a:r>
              <a:rPr lang="en-US" sz="11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 Full-Stack Development MasterClass - NoviTech R&amp;D Pvt.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76424" y="1288294"/>
            <a:ext cx="690572" cy="18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+9361191214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306669" y="628565"/>
            <a:ext cx="3047133" cy="29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1"/>
              </a:lnSpc>
            </a:pPr>
            <a:r>
              <a:rPr lang="en-US" b="true" sz="2101" i="true">
                <a:solidFill>
                  <a:srgbClr val="37364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SANJAY MATHIVANAN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551502" y="623240"/>
            <a:ext cx="36757" cy="19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09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849382" y="7192270"/>
            <a:ext cx="38119" cy="38110"/>
            <a:chOff x="0" y="0"/>
            <a:chExt cx="38113" cy="3811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098" cy="38099"/>
            </a:xfrm>
            <a:custGeom>
              <a:avLst/>
              <a:gdLst/>
              <a:ahLst/>
              <a:cxnLst/>
              <a:rect r="r" b="b" t="t" l="l"/>
              <a:pathLst>
                <a:path h="38099" w="38098">
                  <a:moveTo>
                    <a:pt x="38098" y="19049"/>
                  </a:moveTo>
                  <a:cubicBezTo>
                    <a:pt x="38098" y="21589"/>
                    <a:pt x="37590" y="24002"/>
                    <a:pt x="36701" y="26288"/>
                  </a:cubicBezTo>
                  <a:cubicBezTo>
                    <a:pt x="35812" y="28574"/>
                    <a:pt x="34416" y="30733"/>
                    <a:pt x="32511" y="32511"/>
                  </a:cubicBezTo>
                  <a:cubicBezTo>
                    <a:pt x="30606" y="34289"/>
                    <a:pt x="28701" y="35686"/>
                    <a:pt x="26288" y="36702"/>
                  </a:cubicBezTo>
                  <a:cubicBezTo>
                    <a:pt x="23875" y="37718"/>
                    <a:pt x="21589" y="38099"/>
                    <a:pt x="19049" y="38099"/>
                  </a:cubicBezTo>
                  <a:cubicBezTo>
                    <a:pt x="16509" y="38099"/>
                    <a:pt x="14096" y="37591"/>
                    <a:pt x="11810" y="36702"/>
                  </a:cubicBezTo>
                  <a:cubicBezTo>
                    <a:pt x="9525" y="35813"/>
                    <a:pt x="7366" y="34289"/>
                    <a:pt x="5588" y="32511"/>
                  </a:cubicBezTo>
                  <a:cubicBezTo>
                    <a:pt x="3810" y="30733"/>
                    <a:pt x="2413" y="28701"/>
                    <a:pt x="1397" y="26288"/>
                  </a:cubicBezTo>
                  <a:cubicBezTo>
                    <a:pt x="381" y="23875"/>
                    <a:pt x="0" y="21589"/>
                    <a:pt x="0" y="19049"/>
                  </a:cubicBezTo>
                  <a:cubicBezTo>
                    <a:pt x="0" y="16509"/>
                    <a:pt x="508" y="14097"/>
                    <a:pt x="1397" y="11811"/>
                  </a:cubicBezTo>
                  <a:cubicBezTo>
                    <a:pt x="2286" y="9525"/>
                    <a:pt x="3810" y="7366"/>
                    <a:pt x="5588" y="5588"/>
                  </a:cubicBezTo>
                  <a:cubicBezTo>
                    <a:pt x="7366" y="3810"/>
                    <a:pt x="9398" y="2413"/>
                    <a:pt x="11810" y="1397"/>
                  </a:cubicBezTo>
                  <a:cubicBezTo>
                    <a:pt x="14223" y="381"/>
                    <a:pt x="16509" y="0"/>
                    <a:pt x="19049" y="0"/>
                  </a:cubicBezTo>
                  <a:cubicBezTo>
                    <a:pt x="21589" y="0"/>
                    <a:pt x="24002" y="508"/>
                    <a:pt x="26288" y="1397"/>
                  </a:cubicBezTo>
                  <a:cubicBezTo>
                    <a:pt x="28574" y="2286"/>
                    <a:pt x="30733" y="3683"/>
                    <a:pt x="32511" y="5588"/>
                  </a:cubicBezTo>
                  <a:cubicBezTo>
                    <a:pt x="34289" y="7493"/>
                    <a:pt x="35685" y="9398"/>
                    <a:pt x="36701" y="11811"/>
                  </a:cubicBezTo>
                  <a:cubicBezTo>
                    <a:pt x="37717" y="14224"/>
                    <a:pt x="38098" y="16509"/>
                    <a:pt x="38098" y="190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49382" y="7392372"/>
            <a:ext cx="38119" cy="38110"/>
            <a:chOff x="0" y="0"/>
            <a:chExt cx="38113" cy="3811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098" cy="38099"/>
            </a:xfrm>
            <a:custGeom>
              <a:avLst/>
              <a:gdLst/>
              <a:ahLst/>
              <a:cxnLst/>
              <a:rect r="r" b="b" t="t" l="l"/>
              <a:pathLst>
                <a:path h="38099" w="38098">
                  <a:moveTo>
                    <a:pt x="38098" y="19049"/>
                  </a:moveTo>
                  <a:cubicBezTo>
                    <a:pt x="38098" y="21589"/>
                    <a:pt x="37590" y="24002"/>
                    <a:pt x="36701" y="26288"/>
                  </a:cubicBezTo>
                  <a:cubicBezTo>
                    <a:pt x="35812" y="28574"/>
                    <a:pt x="34416" y="30733"/>
                    <a:pt x="32511" y="32511"/>
                  </a:cubicBezTo>
                  <a:cubicBezTo>
                    <a:pt x="30606" y="34289"/>
                    <a:pt x="28701" y="35686"/>
                    <a:pt x="26288" y="36702"/>
                  </a:cubicBezTo>
                  <a:cubicBezTo>
                    <a:pt x="23875" y="37718"/>
                    <a:pt x="21589" y="38099"/>
                    <a:pt x="19049" y="38099"/>
                  </a:cubicBezTo>
                  <a:cubicBezTo>
                    <a:pt x="16509" y="38099"/>
                    <a:pt x="14096" y="37591"/>
                    <a:pt x="11810" y="36702"/>
                  </a:cubicBezTo>
                  <a:cubicBezTo>
                    <a:pt x="9525" y="35813"/>
                    <a:pt x="7366" y="34289"/>
                    <a:pt x="5588" y="32511"/>
                  </a:cubicBezTo>
                  <a:cubicBezTo>
                    <a:pt x="3810" y="30733"/>
                    <a:pt x="2413" y="28701"/>
                    <a:pt x="1397" y="26288"/>
                  </a:cubicBezTo>
                  <a:cubicBezTo>
                    <a:pt x="381" y="23875"/>
                    <a:pt x="0" y="21589"/>
                    <a:pt x="0" y="19049"/>
                  </a:cubicBezTo>
                  <a:cubicBezTo>
                    <a:pt x="0" y="16509"/>
                    <a:pt x="508" y="14097"/>
                    <a:pt x="1397" y="11811"/>
                  </a:cubicBezTo>
                  <a:cubicBezTo>
                    <a:pt x="2286" y="9525"/>
                    <a:pt x="3810" y="7366"/>
                    <a:pt x="5588" y="5588"/>
                  </a:cubicBezTo>
                  <a:cubicBezTo>
                    <a:pt x="7366" y="3810"/>
                    <a:pt x="9398" y="2413"/>
                    <a:pt x="11810" y="1397"/>
                  </a:cubicBezTo>
                  <a:cubicBezTo>
                    <a:pt x="14223" y="381"/>
                    <a:pt x="16509" y="0"/>
                    <a:pt x="19049" y="0"/>
                  </a:cubicBezTo>
                  <a:cubicBezTo>
                    <a:pt x="21589" y="0"/>
                    <a:pt x="24002" y="508"/>
                    <a:pt x="26288" y="1397"/>
                  </a:cubicBezTo>
                  <a:cubicBezTo>
                    <a:pt x="28574" y="2286"/>
                    <a:pt x="30733" y="3683"/>
                    <a:pt x="32511" y="5588"/>
                  </a:cubicBezTo>
                  <a:cubicBezTo>
                    <a:pt x="34289" y="7493"/>
                    <a:pt x="35685" y="9398"/>
                    <a:pt x="36701" y="11811"/>
                  </a:cubicBezTo>
                  <a:cubicBezTo>
                    <a:pt x="37717" y="14224"/>
                    <a:pt x="38098" y="16509"/>
                    <a:pt x="38098" y="190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58907" y="7592473"/>
            <a:ext cx="47644" cy="47644"/>
            <a:chOff x="0" y="0"/>
            <a:chExt cx="47638" cy="4763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747" cy="47746"/>
            </a:xfrm>
            <a:custGeom>
              <a:avLst/>
              <a:gdLst/>
              <a:ahLst/>
              <a:cxnLst/>
              <a:rect r="r" b="b" t="t" l="l"/>
              <a:pathLst>
                <a:path h="47746" w="47747">
                  <a:moveTo>
                    <a:pt x="47620" y="23873"/>
                  </a:moveTo>
                  <a:cubicBezTo>
                    <a:pt x="47620" y="27048"/>
                    <a:pt x="46985" y="30096"/>
                    <a:pt x="45842" y="33016"/>
                  </a:cubicBezTo>
                  <a:cubicBezTo>
                    <a:pt x="44699" y="35937"/>
                    <a:pt x="42921" y="38477"/>
                    <a:pt x="40636" y="40762"/>
                  </a:cubicBezTo>
                  <a:cubicBezTo>
                    <a:pt x="38350" y="43048"/>
                    <a:pt x="35810" y="44699"/>
                    <a:pt x="32889" y="45969"/>
                  </a:cubicBezTo>
                  <a:cubicBezTo>
                    <a:pt x="29969" y="47239"/>
                    <a:pt x="26921" y="47746"/>
                    <a:pt x="23746" y="47746"/>
                  </a:cubicBezTo>
                  <a:cubicBezTo>
                    <a:pt x="20572" y="47746"/>
                    <a:pt x="17524" y="47112"/>
                    <a:pt x="14603" y="45969"/>
                  </a:cubicBezTo>
                  <a:cubicBezTo>
                    <a:pt x="11683" y="44826"/>
                    <a:pt x="9270" y="42921"/>
                    <a:pt x="6984" y="40635"/>
                  </a:cubicBezTo>
                  <a:cubicBezTo>
                    <a:pt x="4698" y="38350"/>
                    <a:pt x="3048" y="35810"/>
                    <a:pt x="1778" y="32889"/>
                  </a:cubicBezTo>
                  <a:cubicBezTo>
                    <a:pt x="508" y="29969"/>
                    <a:pt x="0" y="26921"/>
                    <a:pt x="0" y="23873"/>
                  </a:cubicBezTo>
                  <a:cubicBezTo>
                    <a:pt x="0" y="20826"/>
                    <a:pt x="635" y="17651"/>
                    <a:pt x="1778" y="14730"/>
                  </a:cubicBezTo>
                  <a:cubicBezTo>
                    <a:pt x="2921" y="11810"/>
                    <a:pt x="4698" y="9270"/>
                    <a:pt x="6984" y="6984"/>
                  </a:cubicBezTo>
                  <a:cubicBezTo>
                    <a:pt x="9270" y="4698"/>
                    <a:pt x="11810" y="3048"/>
                    <a:pt x="14730" y="1778"/>
                  </a:cubicBezTo>
                  <a:cubicBezTo>
                    <a:pt x="17651" y="508"/>
                    <a:pt x="20699" y="0"/>
                    <a:pt x="23873" y="0"/>
                  </a:cubicBezTo>
                  <a:cubicBezTo>
                    <a:pt x="27048" y="0"/>
                    <a:pt x="30096" y="635"/>
                    <a:pt x="33016" y="1778"/>
                  </a:cubicBezTo>
                  <a:cubicBezTo>
                    <a:pt x="35937" y="2921"/>
                    <a:pt x="38477" y="4698"/>
                    <a:pt x="40763" y="6984"/>
                  </a:cubicBezTo>
                  <a:cubicBezTo>
                    <a:pt x="43048" y="9270"/>
                    <a:pt x="44699" y="11810"/>
                    <a:pt x="45969" y="14730"/>
                  </a:cubicBezTo>
                  <a:cubicBezTo>
                    <a:pt x="47239" y="17651"/>
                    <a:pt x="47747" y="20699"/>
                    <a:pt x="47747" y="23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58907" y="7811633"/>
            <a:ext cx="47644" cy="47644"/>
            <a:chOff x="0" y="0"/>
            <a:chExt cx="47638" cy="476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747" cy="47747"/>
            </a:xfrm>
            <a:custGeom>
              <a:avLst/>
              <a:gdLst/>
              <a:ahLst/>
              <a:cxnLst/>
              <a:rect r="r" b="b" t="t" l="l"/>
              <a:pathLst>
                <a:path h="47747" w="47747">
                  <a:moveTo>
                    <a:pt x="47620" y="23873"/>
                  </a:moveTo>
                  <a:cubicBezTo>
                    <a:pt x="47620" y="27048"/>
                    <a:pt x="46985" y="30096"/>
                    <a:pt x="45842" y="33016"/>
                  </a:cubicBezTo>
                  <a:cubicBezTo>
                    <a:pt x="44699" y="35937"/>
                    <a:pt x="42921" y="38477"/>
                    <a:pt x="40636" y="40763"/>
                  </a:cubicBezTo>
                  <a:cubicBezTo>
                    <a:pt x="38350" y="43048"/>
                    <a:pt x="35810" y="44699"/>
                    <a:pt x="32889" y="45969"/>
                  </a:cubicBezTo>
                  <a:cubicBezTo>
                    <a:pt x="29969" y="47239"/>
                    <a:pt x="26921" y="47747"/>
                    <a:pt x="23746" y="47747"/>
                  </a:cubicBezTo>
                  <a:cubicBezTo>
                    <a:pt x="20572" y="47747"/>
                    <a:pt x="17524" y="47112"/>
                    <a:pt x="14603" y="45969"/>
                  </a:cubicBezTo>
                  <a:cubicBezTo>
                    <a:pt x="11683" y="44826"/>
                    <a:pt x="9270" y="42921"/>
                    <a:pt x="6984" y="40636"/>
                  </a:cubicBezTo>
                  <a:cubicBezTo>
                    <a:pt x="4698" y="38350"/>
                    <a:pt x="3048" y="35810"/>
                    <a:pt x="1778" y="32889"/>
                  </a:cubicBezTo>
                  <a:cubicBezTo>
                    <a:pt x="508" y="29969"/>
                    <a:pt x="0" y="26921"/>
                    <a:pt x="0" y="23873"/>
                  </a:cubicBezTo>
                  <a:cubicBezTo>
                    <a:pt x="0" y="20826"/>
                    <a:pt x="635" y="17651"/>
                    <a:pt x="1778" y="14730"/>
                  </a:cubicBezTo>
                  <a:cubicBezTo>
                    <a:pt x="2921" y="11810"/>
                    <a:pt x="4698" y="9270"/>
                    <a:pt x="6984" y="6984"/>
                  </a:cubicBezTo>
                  <a:cubicBezTo>
                    <a:pt x="9270" y="4698"/>
                    <a:pt x="11810" y="3048"/>
                    <a:pt x="14730" y="1778"/>
                  </a:cubicBezTo>
                  <a:cubicBezTo>
                    <a:pt x="17651" y="508"/>
                    <a:pt x="20699" y="0"/>
                    <a:pt x="23873" y="0"/>
                  </a:cubicBezTo>
                  <a:cubicBezTo>
                    <a:pt x="27048" y="0"/>
                    <a:pt x="30096" y="635"/>
                    <a:pt x="33016" y="1778"/>
                  </a:cubicBezTo>
                  <a:cubicBezTo>
                    <a:pt x="35937" y="2921"/>
                    <a:pt x="38477" y="4698"/>
                    <a:pt x="40763" y="6984"/>
                  </a:cubicBezTo>
                  <a:cubicBezTo>
                    <a:pt x="43048" y="9270"/>
                    <a:pt x="44699" y="11810"/>
                    <a:pt x="45969" y="14730"/>
                  </a:cubicBezTo>
                  <a:cubicBezTo>
                    <a:pt x="47239" y="17651"/>
                    <a:pt x="47747" y="20699"/>
                    <a:pt x="47747" y="2387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996925" y="7095420"/>
            <a:ext cx="412166" cy="40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HTML CSS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9875" y="7481888"/>
            <a:ext cx="858431" cy="44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26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Java Script React js 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5156088" y="7401330"/>
            <a:ext cx="38119" cy="38110"/>
            <a:chOff x="0" y="0"/>
            <a:chExt cx="38113" cy="3811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8098" cy="38099"/>
            </a:xfrm>
            <a:custGeom>
              <a:avLst/>
              <a:gdLst/>
              <a:ahLst/>
              <a:cxnLst/>
              <a:rect r="r" b="b" t="t" l="l"/>
              <a:pathLst>
                <a:path h="38099" w="38098">
                  <a:moveTo>
                    <a:pt x="38098" y="19049"/>
                  </a:moveTo>
                  <a:cubicBezTo>
                    <a:pt x="38098" y="21589"/>
                    <a:pt x="37590" y="24002"/>
                    <a:pt x="36701" y="26288"/>
                  </a:cubicBezTo>
                  <a:cubicBezTo>
                    <a:pt x="35812" y="28574"/>
                    <a:pt x="34416" y="30733"/>
                    <a:pt x="32511" y="32511"/>
                  </a:cubicBezTo>
                  <a:cubicBezTo>
                    <a:pt x="30606" y="34289"/>
                    <a:pt x="28701" y="35686"/>
                    <a:pt x="26288" y="36702"/>
                  </a:cubicBezTo>
                  <a:cubicBezTo>
                    <a:pt x="23875" y="37718"/>
                    <a:pt x="21589" y="38099"/>
                    <a:pt x="19049" y="38099"/>
                  </a:cubicBezTo>
                  <a:cubicBezTo>
                    <a:pt x="16509" y="38099"/>
                    <a:pt x="14096" y="37591"/>
                    <a:pt x="11810" y="36702"/>
                  </a:cubicBezTo>
                  <a:cubicBezTo>
                    <a:pt x="9525" y="35813"/>
                    <a:pt x="7366" y="34289"/>
                    <a:pt x="5588" y="32511"/>
                  </a:cubicBezTo>
                  <a:cubicBezTo>
                    <a:pt x="3810" y="30733"/>
                    <a:pt x="2413" y="28701"/>
                    <a:pt x="1397" y="26288"/>
                  </a:cubicBezTo>
                  <a:cubicBezTo>
                    <a:pt x="381" y="23875"/>
                    <a:pt x="0" y="21589"/>
                    <a:pt x="0" y="19049"/>
                  </a:cubicBezTo>
                  <a:cubicBezTo>
                    <a:pt x="0" y="16509"/>
                    <a:pt x="508" y="14097"/>
                    <a:pt x="1397" y="11811"/>
                  </a:cubicBezTo>
                  <a:cubicBezTo>
                    <a:pt x="2286" y="9525"/>
                    <a:pt x="3810" y="7366"/>
                    <a:pt x="5588" y="5588"/>
                  </a:cubicBezTo>
                  <a:cubicBezTo>
                    <a:pt x="7366" y="3810"/>
                    <a:pt x="9398" y="2413"/>
                    <a:pt x="11810" y="1397"/>
                  </a:cubicBezTo>
                  <a:cubicBezTo>
                    <a:pt x="14223" y="381"/>
                    <a:pt x="16509" y="0"/>
                    <a:pt x="19049" y="0"/>
                  </a:cubicBezTo>
                  <a:cubicBezTo>
                    <a:pt x="21589" y="0"/>
                    <a:pt x="24002" y="508"/>
                    <a:pt x="26288" y="1397"/>
                  </a:cubicBezTo>
                  <a:cubicBezTo>
                    <a:pt x="28574" y="2286"/>
                    <a:pt x="30733" y="3683"/>
                    <a:pt x="32511" y="5588"/>
                  </a:cubicBezTo>
                  <a:cubicBezTo>
                    <a:pt x="34289" y="7493"/>
                    <a:pt x="35685" y="9398"/>
                    <a:pt x="36701" y="11811"/>
                  </a:cubicBezTo>
                  <a:cubicBezTo>
                    <a:pt x="37717" y="14224"/>
                    <a:pt x="38098" y="16509"/>
                    <a:pt x="38098" y="190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156088" y="7601431"/>
            <a:ext cx="38119" cy="38119"/>
            <a:chOff x="0" y="0"/>
            <a:chExt cx="38113" cy="3811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098" cy="38098"/>
            </a:xfrm>
            <a:custGeom>
              <a:avLst/>
              <a:gdLst/>
              <a:ahLst/>
              <a:cxnLst/>
              <a:rect r="r" b="b" t="t" l="l"/>
              <a:pathLst>
                <a:path h="38098" w="38098">
                  <a:moveTo>
                    <a:pt x="38098" y="19049"/>
                  </a:moveTo>
                  <a:cubicBezTo>
                    <a:pt x="38098" y="21589"/>
                    <a:pt x="37590" y="24002"/>
                    <a:pt x="36701" y="26288"/>
                  </a:cubicBezTo>
                  <a:cubicBezTo>
                    <a:pt x="35812" y="28574"/>
                    <a:pt x="34416" y="30733"/>
                    <a:pt x="32511" y="32511"/>
                  </a:cubicBezTo>
                  <a:cubicBezTo>
                    <a:pt x="30606" y="34289"/>
                    <a:pt x="28701" y="35685"/>
                    <a:pt x="26288" y="36701"/>
                  </a:cubicBezTo>
                  <a:cubicBezTo>
                    <a:pt x="23875" y="37717"/>
                    <a:pt x="21589" y="38098"/>
                    <a:pt x="19049" y="38098"/>
                  </a:cubicBezTo>
                  <a:cubicBezTo>
                    <a:pt x="16509" y="38098"/>
                    <a:pt x="14096" y="37590"/>
                    <a:pt x="11810" y="36701"/>
                  </a:cubicBezTo>
                  <a:cubicBezTo>
                    <a:pt x="9525" y="35812"/>
                    <a:pt x="7366" y="34289"/>
                    <a:pt x="5588" y="32511"/>
                  </a:cubicBezTo>
                  <a:cubicBezTo>
                    <a:pt x="3810" y="30733"/>
                    <a:pt x="2413" y="28701"/>
                    <a:pt x="1397" y="26288"/>
                  </a:cubicBezTo>
                  <a:cubicBezTo>
                    <a:pt x="381" y="23875"/>
                    <a:pt x="0" y="21589"/>
                    <a:pt x="0" y="19049"/>
                  </a:cubicBezTo>
                  <a:cubicBezTo>
                    <a:pt x="0" y="16509"/>
                    <a:pt x="508" y="14096"/>
                    <a:pt x="1397" y="11810"/>
                  </a:cubicBezTo>
                  <a:cubicBezTo>
                    <a:pt x="2286" y="9525"/>
                    <a:pt x="3810" y="7366"/>
                    <a:pt x="5588" y="5588"/>
                  </a:cubicBezTo>
                  <a:cubicBezTo>
                    <a:pt x="7366" y="3810"/>
                    <a:pt x="9398" y="2413"/>
                    <a:pt x="11810" y="1397"/>
                  </a:cubicBezTo>
                  <a:cubicBezTo>
                    <a:pt x="14223" y="381"/>
                    <a:pt x="16509" y="0"/>
                    <a:pt x="19049" y="0"/>
                  </a:cubicBezTo>
                  <a:cubicBezTo>
                    <a:pt x="21589" y="0"/>
                    <a:pt x="24002" y="508"/>
                    <a:pt x="26288" y="1397"/>
                  </a:cubicBezTo>
                  <a:cubicBezTo>
                    <a:pt x="28574" y="2286"/>
                    <a:pt x="30733" y="3683"/>
                    <a:pt x="32511" y="5588"/>
                  </a:cubicBezTo>
                  <a:cubicBezTo>
                    <a:pt x="34289" y="7493"/>
                    <a:pt x="35685" y="9398"/>
                    <a:pt x="36701" y="11810"/>
                  </a:cubicBezTo>
                  <a:cubicBezTo>
                    <a:pt x="37717" y="14223"/>
                    <a:pt x="38098" y="16509"/>
                    <a:pt x="38098" y="190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5330304" y="7314495"/>
            <a:ext cx="1078249" cy="40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18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Java C Programming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53967" y="3943331"/>
            <a:ext cx="6483732" cy="26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8"/>
              </a:lnSpc>
            </a:pPr>
          </a:p>
          <a:p>
            <a:pPr algn="l">
              <a:lnSpc>
                <a:spcPts val="1568"/>
              </a:lnSpc>
            </a:pPr>
          </a:p>
          <a:p>
            <a:pPr algn="l">
              <a:lnSpc>
                <a:spcPts val="1568"/>
              </a:lnSpc>
            </a:pPr>
          </a:p>
          <a:p>
            <a:pPr algn="l" marL="248254" indent="-124127" lvl="1">
              <a:lnSpc>
                <a:spcPts val="1568"/>
              </a:lnSpc>
              <a:buFont typeface="Arial"/>
              <a:buChar char="•"/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Delivered training programs in C programming and computer science fundamentals to students and beginners</a:t>
            </a:r>
          </a:p>
          <a:p>
            <a:pPr algn="l" marL="248254" indent="-124127" lvl="1">
              <a:lnSpc>
                <a:spcPts val="1568"/>
              </a:lnSpc>
              <a:buFont typeface="Arial"/>
              <a:buChar char="•"/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Designed and conducted practical sessions on programming concepts such as variables, control structures, arrays, pointers, and functions</a:t>
            </a:r>
          </a:p>
          <a:p>
            <a:pPr algn="l" marL="248254" indent="-124127" lvl="1">
              <a:lnSpc>
                <a:spcPts val="1568"/>
              </a:lnSpc>
              <a:buFont typeface="Arial"/>
              <a:buChar char="•"/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Simplified complex technical topics to ensure clear understanding and effective learning outcomes</a:t>
            </a:r>
          </a:p>
          <a:p>
            <a:pPr algn="l" marL="248254" indent="-124127" lvl="1">
              <a:lnSpc>
                <a:spcPts val="1568"/>
              </a:lnSpc>
              <a:buFont typeface="Arial"/>
              <a:buChar char="•"/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Prepared training materials, assignments, and coding exercises to support hands-on learning</a:t>
            </a:r>
          </a:p>
          <a:p>
            <a:pPr algn="l" marL="248254" indent="-124127" lvl="1">
              <a:lnSpc>
                <a:spcPts val="1568"/>
              </a:lnSpc>
              <a:buFont typeface="Arial"/>
              <a:buChar char="•"/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Assessed student performance and provided guidance to improve problem-solving and programming skills</a:t>
            </a:r>
          </a:p>
          <a:p>
            <a:pPr algn="l">
              <a:lnSpc>
                <a:spcPts val="1568"/>
              </a:lnSpc>
            </a:pPr>
          </a:p>
          <a:p>
            <a:pPr algn="l">
              <a:lnSpc>
                <a:spcPts val="1568"/>
              </a:lnSpc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597532" y="4108558"/>
            <a:ext cx="2068116" cy="19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 Technical Trainer Lesuccess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56000" y="3696212"/>
            <a:ext cx="1810822" cy="19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PROFESSINAL EXPERIENCE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56000" y="2589352"/>
            <a:ext cx="5940806" cy="75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149">
                <a:solidFill>
                  <a:srgbClr val="1E1E1E"/>
                </a:solidFill>
                <a:latin typeface="Proxima Nova"/>
                <a:ea typeface="Proxima Nova"/>
                <a:cs typeface="Proxima Nova"/>
                <a:sym typeface="Proxima Nova"/>
              </a:rPr>
              <a:t>Dedicated C Programmer and Technical Trainer with 2 years of professional experience at Lesuccess. Experienced in developing efficient C programs, debugging code, and delivering structured technical training. Skilled at explaining programming concepts clearly and helping learners build strong problem-solving abilities.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56000" y="2166804"/>
            <a:ext cx="690562" cy="19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Summary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766378" y="4098971"/>
            <a:ext cx="1069777" cy="19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200">
                <a:solidFill>
                  <a:srgbClr val="373643"/>
                </a:solidFill>
                <a:latin typeface="Ruda Bold"/>
                <a:ea typeface="Ruda Bold"/>
                <a:cs typeface="Ruda Bold"/>
                <a:sym typeface="Ruda Bold"/>
              </a:rPr>
              <a:t> 2024-  Present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DAHBAavsd_g</dc:identifier>
  <dcterms:modified xsi:type="dcterms:W3CDTF">2011-08-01T06:04:30Z</dcterms:modified>
  <cp:revision>1</cp:revision>
  <dc:title>Sanjay Mathivanan- E22IT042.pdf.pdf</dc:title>
</cp:coreProperties>
</file>